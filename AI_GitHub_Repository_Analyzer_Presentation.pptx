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image" Target="../media/image8.svg"/><Relationship Id="rId4" Type="http://schemas.openxmlformats.org/officeDocument/2006/relationships/image" Target="../media/image10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image" Target="../media/image8.svg"/><Relationship Id="rId4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986423-DAB7-48A1-98F0-3EA6F9323F7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71BB65E-51E6-4976-99B0-6A46F1225B0E}">
      <dgm:prSet/>
      <dgm:spPr/>
      <dgm:t>
        <a:bodyPr/>
        <a:lstStyle/>
        <a:p>
          <a:pPr>
            <a:defRPr cap="all"/>
          </a:pPr>
          <a:r>
            <a:rPr lang="en-US"/>
            <a:t>• Manually checking repository details is time-consuming.</a:t>
          </a:r>
        </a:p>
      </dgm:t>
    </dgm:pt>
    <dgm:pt modelId="{E78FB6EE-2857-4137-A600-45B3F615C914}" type="parTrans" cxnId="{70F63F2C-E50C-4CF1-BC31-123423C50CAA}">
      <dgm:prSet/>
      <dgm:spPr/>
      <dgm:t>
        <a:bodyPr/>
        <a:lstStyle/>
        <a:p>
          <a:endParaRPr lang="en-US"/>
        </a:p>
      </dgm:t>
    </dgm:pt>
    <dgm:pt modelId="{9562C521-82B4-4AC6-996C-7E33946E32AD}" type="sibTrans" cxnId="{70F63F2C-E50C-4CF1-BC31-123423C50CAA}">
      <dgm:prSet/>
      <dgm:spPr/>
      <dgm:t>
        <a:bodyPr/>
        <a:lstStyle/>
        <a:p>
          <a:endParaRPr lang="en-US"/>
        </a:p>
      </dgm:t>
    </dgm:pt>
    <dgm:pt modelId="{1FE52A44-CC05-416D-A88B-9448B3459D6D}">
      <dgm:prSet/>
      <dgm:spPr/>
      <dgm:t>
        <a:bodyPr/>
        <a:lstStyle/>
        <a:p>
          <a:pPr>
            <a:defRPr cap="all"/>
          </a:pPr>
          <a:r>
            <a:rPr lang="en-US"/>
            <a:t>• Need automated analysis.</a:t>
          </a:r>
        </a:p>
      </dgm:t>
    </dgm:pt>
    <dgm:pt modelId="{69662FC2-95C4-426B-A8DC-1C0B722B1CDD}" type="parTrans" cxnId="{9ED9F9E6-C0D3-4149-89C7-8F29228366F3}">
      <dgm:prSet/>
      <dgm:spPr/>
      <dgm:t>
        <a:bodyPr/>
        <a:lstStyle/>
        <a:p>
          <a:endParaRPr lang="en-US"/>
        </a:p>
      </dgm:t>
    </dgm:pt>
    <dgm:pt modelId="{96A4DF26-915E-4142-ABB8-23D45402576D}" type="sibTrans" cxnId="{9ED9F9E6-C0D3-4149-89C7-8F29228366F3}">
      <dgm:prSet/>
      <dgm:spPr/>
      <dgm:t>
        <a:bodyPr/>
        <a:lstStyle/>
        <a:p>
          <a:endParaRPr lang="en-US"/>
        </a:p>
      </dgm:t>
    </dgm:pt>
    <dgm:pt modelId="{559FE770-C0C7-4FBD-9D1F-77125C1ABC51}" type="pres">
      <dgm:prSet presAssocID="{01986423-DAB7-48A1-98F0-3EA6F9323F7B}" presName="root" presStyleCnt="0">
        <dgm:presLayoutVars>
          <dgm:dir/>
          <dgm:resizeHandles val="exact"/>
        </dgm:presLayoutVars>
      </dgm:prSet>
      <dgm:spPr/>
    </dgm:pt>
    <dgm:pt modelId="{C8E869A8-5C14-4916-87CD-2D2717444B8F}" type="pres">
      <dgm:prSet presAssocID="{E71BB65E-51E6-4976-99B0-6A46F1225B0E}" presName="compNode" presStyleCnt="0"/>
      <dgm:spPr/>
    </dgm:pt>
    <dgm:pt modelId="{490F4A58-364E-4173-B29A-71B71CAE2B46}" type="pres">
      <dgm:prSet presAssocID="{E71BB65E-51E6-4976-99B0-6A46F1225B0E}" presName="iconBgRect" presStyleLbl="bgShp" presStyleIdx="0" presStyleCnt="2"/>
      <dgm:spPr/>
    </dgm:pt>
    <dgm:pt modelId="{7C6C9B0E-EA17-407E-B18B-9498E626B4A9}" type="pres">
      <dgm:prSet presAssocID="{E71BB65E-51E6-4976-99B0-6A46F1225B0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94C5BF6-DF5C-4F49-BBC8-6A70F00C0030}" type="pres">
      <dgm:prSet presAssocID="{E71BB65E-51E6-4976-99B0-6A46F1225B0E}" presName="spaceRect" presStyleCnt="0"/>
      <dgm:spPr/>
    </dgm:pt>
    <dgm:pt modelId="{76A4FCF3-188D-4CD9-8D97-91B2B003F979}" type="pres">
      <dgm:prSet presAssocID="{E71BB65E-51E6-4976-99B0-6A46F1225B0E}" presName="textRect" presStyleLbl="revTx" presStyleIdx="0" presStyleCnt="2">
        <dgm:presLayoutVars>
          <dgm:chMax val="1"/>
          <dgm:chPref val="1"/>
        </dgm:presLayoutVars>
      </dgm:prSet>
      <dgm:spPr/>
    </dgm:pt>
    <dgm:pt modelId="{4C1538F1-A1CA-46C6-AE32-8726C40418BE}" type="pres">
      <dgm:prSet presAssocID="{9562C521-82B4-4AC6-996C-7E33946E32AD}" presName="sibTrans" presStyleCnt="0"/>
      <dgm:spPr/>
    </dgm:pt>
    <dgm:pt modelId="{3D85944C-1684-455B-95FB-0D95B37FA215}" type="pres">
      <dgm:prSet presAssocID="{1FE52A44-CC05-416D-A88B-9448B3459D6D}" presName="compNode" presStyleCnt="0"/>
      <dgm:spPr/>
    </dgm:pt>
    <dgm:pt modelId="{EBF8B9A5-CCDC-4767-BF85-C52B39BC1D52}" type="pres">
      <dgm:prSet presAssocID="{1FE52A44-CC05-416D-A88B-9448B3459D6D}" presName="iconBgRect" presStyleLbl="bgShp" presStyleIdx="1" presStyleCnt="2"/>
      <dgm:spPr/>
    </dgm:pt>
    <dgm:pt modelId="{5467A907-524C-49D2-BD89-5E05BA5005AE}" type="pres">
      <dgm:prSet presAssocID="{1FE52A44-CC05-416D-A88B-9448B3459D6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F466FC7-0A6B-45E7-890E-E4DEF8A06D46}" type="pres">
      <dgm:prSet presAssocID="{1FE52A44-CC05-416D-A88B-9448B3459D6D}" presName="spaceRect" presStyleCnt="0"/>
      <dgm:spPr/>
    </dgm:pt>
    <dgm:pt modelId="{F63C9C93-39D9-4D75-8114-11C7707F9427}" type="pres">
      <dgm:prSet presAssocID="{1FE52A44-CC05-416D-A88B-9448B3459D6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0F63F2C-E50C-4CF1-BC31-123423C50CAA}" srcId="{01986423-DAB7-48A1-98F0-3EA6F9323F7B}" destId="{E71BB65E-51E6-4976-99B0-6A46F1225B0E}" srcOrd="0" destOrd="0" parTransId="{E78FB6EE-2857-4137-A600-45B3F615C914}" sibTransId="{9562C521-82B4-4AC6-996C-7E33946E32AD}"/>
    <dgm:cxn modelId="{E7890033-F5AA-4B40-9795-B425346B3883}" type="presOf" srcId="{E71BB65E-51E6-4976-99B0-6A46F1225B0E}" destId="{76A4FCF3-188D-4CD9-8D97-91B2B003F979}" srcOrd="0" destOrd="0" presId="urn:microsoft.com/office/officeart/2018/5/layout/IconCircleLabelList"/>
    <dgm:cxn modelId="{6671E1B1-7A14-47D3-B652-41B6EC1CE093}" type="presOf" srcId="{01986423-DAB7-48A1-98F0-3EA6F9323F7B}" destId="{559FE770-C0C7-4FBD-9D1F-77125C1ABC51}" srcOrd="0" destOrd="0" presId="urn:microsoft.com/office/officeart/2018/5/layout/IconCircleLabelList"/>
    <dgm:cxn modelId="{539415DC-A301-42A1-B24C-995BDDA81F5E}" type="presOf" srcId="{1FE52A44-CC05-416D-A88B-9448B3459D6D}" destId="{F63C9C93-39D9-4D75-8114-11C7707F9427}" srcOrd="0" destOrd="0" presId="urn:microsoft.com/office/officeart/2018/5/layout/IconCircleLabelList"/>
    <dgm:cxn modelId="{9ED9F9E6-C0D3-4149-89C7-8F29228366F3}" srcId="{01986423-DAB7-48A1-98F0-3EA6F9323F7B}" destId="{1FE52A44-CC05-416D-A88B-9448B3459D6D}" srcOrd="1" destOrd="0" parTransId="{69662FC2-95C4-426B-A8DC-1C0B722B1CDD}" sibTransId="{96A4DF26-915E-4142-ABB8-23D45402576D}"/>
    <dgm:cxn modelId="{45201CBE-3FF7-4F70-9AB9-7703285CECED}" type="presParOf" srcId="{559FE770-C0C7-4FBD-9D1F-77125C1ABC51}" destId="{C8E869A8-5C14-4916-87CD-2D2717444B8F}" srcOrd="0" destOrd="0" presId="urn:microsoft.com/office/officeart/2018/5/layout/IconCircleLabelList"/>
    <dgm:cxn modelId="{4BF405EA-DF79-4F42-B474-907EC82679D5}" type="presParOf" srcId="{C8E869A8-5C14-4916-87CD-2D2717444B8F}" destId="{490F4A58-364E-4173-B29A-71B71CAE2B46}" srcOrd="0" destOrd="0" presId="urn:microsoft.com/office/officeart/2018/5/layout/IconCircleLabelList"/>
    <dgm:cxn modelId="{74196FA3-B045-4822-9475-9E49869A76A8}" type="presParOf" srcId="{C8E869A8-5C14-4916-87CD-2D2717444B8F}" destId="{7C6C9B0E-EA17-407E-B18B-9498E626B4A9}" srcOrd="1" destOrd="0" presId="urn:microsoft.com/office/officeart/2018/5/layout/IconCircleLabelList"/>
    <dgm:cxn modelId="{D6E3EFB5-792D-4705-87A4-093A4504AB2F}" type="presParOf" srcId="{C8E869A8-5C14-4916-87CD-2D2717444B8F}" destId="{294C5BF6-DF5C-4F49-BBC8-6A70F00C0030}" srcOrd="2" destOrd="0" presId="urn:microsoft.com/office/officeart/2018/5/layout/IconCircleLabelList"/>
    <dgm:cxn modelId="{A05A663C-98BB-4F34-9451-89E15B540168}" type="presParOf" srcId="{C8E869A8-5C14-4916-87CD-2D2717444B8F}" destId="{76A4FCF3-188D-4CD9-8D97-91B2B003F979}" srcOrd="3" destOrd="0" presId="urn:microsoft.com/office/officeart/2018/5/layout/IconCircleLabelList"/>
    <dgm:cxn modelId="{444522D5-571D-4FAE-905C-31FA7725C7D2}" type="presParOf" srcId="{559FE770-C0C7-4FBD-9D1F-77125C1ABC51}" destId="{4C1538F1-A1CA-46C6-AE32-8726C40418BE}" srcOrd="1" destOrd="0" presId="urn:microsoft.com/office/officeart/2018/5/layout/IconCircleLabelList"/>
    <dgm:cxn modelId="{387F3282-7E78-4868-B8D2-8CBA1CE32ECA}" type="presParOf" srcId="{559FE770-C0C7-4FBD-9D1F-77125C1ABC51}" destId="{3D85944C-1684-455B-95FB-0D95B37FA215}" srcOrd="2" destOrd="0" presId="urn:microsoft.com/office/officeart/2018/5/layout/IconCircleLabelList"/>
    <dgm:cxn modelId="{BE35909D-7FAF-4802-B99C-14D25FC7E822}" type="presParOf" srcId="{3D85944C-1684-455B-95FB-0D95B37FA215}" destId="{EBF8B9A5-CCDC-4767-BF85-C52B39BC1D52}" srcOrd="0" destOrd="0" presId="urn:microsoft.com/office/officeart/2018/5/layout/IconCircleLabelList"/>
    <dgm:cxn modelId="{FB7BB0D8-544E-4F71-8223-46F873BAD0C1}" type="presParOf" srcId="{3D85944C-1684-455B-95FB-0D95B37FA215}" destId="{5467A907-524C-49D2-BD89-5E05BA5005AE}" srcOrd="1" destOrd="0" presId="urn:microsoft.com/office/officeart/2018/5/layout/IconCircleLabelList"/>
    <dgm:cxn modelId="{3DAB87BA-347F-4903-86D0-48EB12D0C26D}" type="presParOf" srcId="{3D85944C-1684-455B-95FB-0D95B37FA215}" destId="{5F466FC7-0A6B-45E7-890E-E4DEF8A06D46}" srcOrd="2" destOrd="0" presId="urn:microsoft.com/office/officeart/2018/5/layout/IconCircleLabelList"/>
    <dgm:cxn modelId="{82F7FA55-DE82-45EA-A81C-5058FF3353DF}" type="presParOf" srcId="{3D85944C-1684-455B-95FB-0D95B37FA215}" destId="{F63C9C93-39D9-4D75-8114-11C7707F942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2786D7-30C6-4B07-8E79-7A37EAA5581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79D8B2E-8FBB-410E-931D-423E7F4A94ED}">
      <dgm:prSet/>
      <dgm:spPr/>
      <dgm:t>
        <a:bodyPr/>
        <a:lstStyle/>
        <a:p>
          <a:pPr>
            <a:defRPr cap="all"/>
          </a:pPr>
          <a:r>
            <a:rPr lang="en-US"/>
            <a:t>• Analyze public GitHub repositories.</a:t>
          </a:r>
        </a:p>
      </dgm:t>
    </dgm:pt>
    <dgm:pt modelId="{CDA4FCB0-D7AD-4F5D-8636-B1FF6A4CD949}" type="parTrans" cxnId="{B5D23246-6CC1-498A-9C51-9B2BD6BA8B7D}">
      <dgm:prSet/>
      <dgm:spPr/>
      <dgm:t>
        <a:bodyPr/>
        <a:lstStyle/>
        <a:p>
          <a:endParaRPr lang="en-US"/>
        </a:p>
      </dgm:t>
    </dgm:pt>
    <dgm:pt modelId="{7EF96984-747F-4F98-B432-E5393A294803}" type="sibTrans" cxnId="{B5D23246-6CC1-498A-9C51-9B2BD6BA8B7D}">
      <dgm:prSet/>
      <dgm:spPr/>
      <dgm:t>
        <a:bodyPr/>
        <a:lstStyle/>
        <a:p>
          <a:endParaRPr lang="en-US"/>
        </a:p>
      </dgm:t>
    </dgm:pt>
    <dgm:pt modelId="{92D16941-0FD4-46A1-872D-1BDF9AE4C540}">
      <dgm:prSet/>
      <dgm:spPr/>
      <dgm:t>
        <a:bodyPr/>
        <a:lstStyle/>
        <a:p>
          <a:pPr>
            <a:defRPr cap="all"/>
          </a:pPr>
          <a:r>
            <a:rPr lang="en-US"/>
            <a:t>• Return key repository information via webhook.</a:t>
          </a:r>
        </a:p>
      </dgm:t>
    </dgm:pt>
    <dgm:pt modelId="{CAF6C986-C02A-44F2-AF86-6A1563C27B3F}" type="parTrans" cxnId="{BBE7E858-C3DB-47F5-875D-19E537709B87}">
      <dgm:prSet/>
      <dgm:spPr/>
      <dgm:t>
        <a:bodyPr/>
        <a:lstStyle/>
        <a:p>
          <a:endParaRPr lang="en-US"/>
        </a:p>
      </dgm:t>
    </dgm:pt>
    <dgm:pt modelId="{89DC9B45-BA44-4E06-98AD-0E40786E3917}" type="sibTrans" cxnId="{BBE7E858-C3DB-47F5-875D-19E537709B87}">
      <dgm:prSet/>
      <dgm:spPr/>
      <dgm:t>
        <a:bodyPr/>
        <a:lstStyle/>
        <a:p>
          <a:endParaRPr lang="en-US"/>
        </a:p>
      </dgm:t>
    </dgm:pt>
    <dgm:pt modelId="{90E136BA-8BE0-467F-9526-829234C5F9E8}" type="pres">
      <dgm:prSet presAssocID="{7B2786D7-30C6-4B07-8E79-7A37EAA55810}" presName="root" presStyleCnt="0">
        <dgm:presLayoutVars>
          <dgm:dir/>
          <dgm:resizeHandles val="exact"/>
        </dgm:presLayoutVars>
      </dgm:prSet>
      <dgm:spPr/>
    </dgm:pt>
    <dgm:pt modelId="{0BEA779C-D7DF-474F-A659-7EA14DA2C26F}" type="pres">
      <dgm:prSet presAssocID="{979D8B2E-8FBB-410E-931D-423E7F4A94ED}" presName="compNode" presStyleCnt="0"/>
      <dgm:spPr/>
    </dgm:pt>
    <dgm:pt modelId="{AF625DAE-4E7C-477C-8034-62FCE5D0A29D}" type="pres">
      <dgm:prSet presAssocID="{979D8B2E-8FBB-410E-931D-423E7F4A94ED}" presName="iconBgRect" presStyleLbl="bgShp" presStyleIdx="0" presStyleCnt="2"/>
      <dgm:spPr/>
    </dgm:pt>
    <dgm:pt modelId="{870A05B5-E81C-4D1A-9DE4-8F5D7B0B3B4B}" type="pres">
      <dgm:prSet presAssocID="{979D8B2E-8FBB-410E-931D-423E7F4A94E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FD626B67-FFF0-40A6-AFE4-6558E176845D}" type="pres">
      <dgm:prSet presAssocID="{979D8B2E-8FBB-410E-931D-423E7F4A94ED}" presName="spaceRect" presStyleCnt="0"/>
      <dgm:spPr/>
    </dgm:pt>
    <dgm:pt modelId="{45FC84A5-C1C5-4551-BF45-C79D19F8E895}" type="pres">
      <dgm:prSet presAssocID="{979D8B2E-8FBB-410E-931D-423E7F4A94ED}" presName="textRect" presStyleLbl="revTx" presStyleIdx="0" presStyleCnt="2">
        <dgm:presLayoutVars>
          <dgm:chMax val="1"/>
          <dgm:chPref val="1"/>
        </dgm:presLayoutVars>
      </dgm:prSet>
      <dgm:spPr/>
    </dgm:pt>
    <dgm:pt modelId="{F436DCBE-789C-4E3E-9F42-9359650F0A6E}" type="pres">
      <dgm:prSet presAssocID="{7EF96984-747F-4F98-B432-E5393A294803}" presName="sibTrans" presStyleCnt="0"/>
      <dgm:spPr/>
    </dgm:pt>
    <dgm:pt modelId="{5E1F406E-4D3B-4EB2-8A7B-98BA9BECEB0E}" type="pres">
      <dgm:prSet presAssocID="{92D16941-0FD4-46A1-872D-1BDF9AE4C540}" presName="compNode" presStyleCnt="0"/>
      <dgm:spPr/>
    </dgm:pt>
    <dgm:pt modelId="{EC691EC5-04EB-4406-AA6F-A4D1AA518CF1}" type="pres">
      <dgm:prSet presAssocID="{92D16941-0FD4-46A1-872D-1BDF9AE4C540}" presName="iconBgRect" presStyleLbl="bgShp" presStyleIdx="1" presStyleCnt="2"/>
      <dgm:spPr/>
    </dgm:pt>
    <dgm:pt modelId="{91D4AC38-6833-4F4E-A3C2-806DDE012740}" type="pres">
      <dgm:prSet presAssocID="{92D16941-0FD4-46A1-872D-1BDF9AE4C54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AC4FDE0-4A91-4127-8C96-79E0FBEDCCAC}" type="pres">
      <dgm:prSet presAssocID="{92D16941-0FD4-46A1-872D-1BDF9AE4C540}" presName="spaceRect" presStyleCnt="0"/>
      <dgm:spPr/>
    </dgm:pt>
    <dgm:pt modelId="{08EE90D7-7F01-40A4-8D59-A50AB0A319A9}" type="pres">
      <dgm:prSet presAssocID="{92D16941-0FD4-46A1-872D-1BDF9AE4C54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1238920-795B-4C6B-8C45-6C0EB5E93849}" type="presOf" srcId="{979D8B2E-8FBB-410E-931D-423E7F4A94ED}" destId="{45FC84A5-C1C5-4551-BF45-C79D19F8E895}" srcOrd="0" destOrd="0" presId="urn:microsoft.com/office/officeart/2018/5/layout/IconCircleLabelList"/>
    <dgm:cxn modelId="{698F4043-0941-41D0-89AB-FF736A3DAFEC}" type="presOf" srcId="{92D16941-0FD4-46A1-872D-1BDF9AE4C540}" destId="{08EE90D7-7F01-40A4-8D59-A50AB0A319A9}" srcOrd="0" destOrd="0" presId="urn:microsoft.com/office/officeart/2018/5/layout/IconCircleLabelList"/>
    <dgm:cxn modelId="{B5D23246-6CC1-498A-9C51-9B2BD6BA8B7D}" srcId="{7B2786D7-30C6-4B07-8E79-7A37EAA55810}" destId="{979D8B2E-8FBB-410E-931D-423E7F4A94ED}" srcOrd="0" destOrd="0" parTransId="{CDA4FCB0-D7AD-4F5D-8636-B1FF6A4CD949}" sibTransId="{7EF96984-747F-4F98-B432-E5393A294803}"/>
    <dgm:cxn modelId="{BBE7E858-C3DB-47F5-875D-19E537709B87}" srcId="{7B2786D7-30C6-4B07-8E79-7A37EAA55810}" destId="{92D16941-0FD4-46A1-872D-1BDF9AE4C540}" srcOrd="1" destOrd="0" parTransId="{CAF6C986-C02A-44F2-AF86-6A1563C27B3F}" sibTransId="{89DC9B45-BA44-4E06-98AD-0E40786E3917}"/>
    <dgm:cxn modelId="{625F2FC4-3287-4C80-A372-886530677047}" type="presOf" srcId="{7B2786D7-30C6-4B07-8E79-7A37EAA55810}" destId="{90E136BA-8BE0-467F-9526-829234C5F9E8}" srcOrd="0" destOrd="0" presId="urn:microsoft.com/office/officeart/2018/5/layout/IconCircleLabelList"/>
    <dgm:cxn modelId="{4E2CE523-84F1-4ABB-956B-B19E143FB61B}" type="presParOf" srcId="{90E136BA-8BE0-467F-9526-829234C5F9E8}" destId="{0BEA779C-D7DF-474F-A659-7EA14DA2C26F}" srcOrd="0" destOrd="0" presId="urn:microsoft.com/office/officeart/2018/5/layout/IconCircleLabelList"/>
    <dgm:cxn modelId="{A95C9F06-140C-4E8B-9A18-0411CE34994C}" type="presParOf" srcId="{0BEA779C-D7DF-474F-A659-7EA14DA2C26F}" destId="{AF625DAE-4E7C-477C-8034-62FCE5D0A29D}" srcOrd="0" destOrd="0" presId="urn:microsoft.com/office/officeart/2018/5/layout/IconCircleLabelList"/>
    <dgm:cxn modelId="{2A0BB7B2-75A7-478E-A949-518DDDC2F22D}" type="presParOf" srcId="{0BEA779C-D7DF-474F-A659-7EA14DA2C26F}" destId="{870A05B5-E81C-4D1A-9DE4-8F5D7B0B3B4B}" srcOrd="1" destOrd="0" presId="urn:microsoft.com/office/officeart/2018/5/layout/IconCircleLabelList"/>
    <dgm:cxn modelId="{A074D7D3-78A0-416A-BC7B-69C6A97962A3}" type="presParOf" srcId="{0BEA779C-D7DF-474F-A659-7EA14DA2C26F}" destId="{FD626B67-FFF0-40A6-AFE4-6558E176845D}" srcOrd="2" destOrd="0" presId="urn:microsoft.com/office/officeart/2018/5/layout/IconCircleLabelList"/>
    <dgm:cxn modelId="{FA9ABBFA-B087-44EF-B79B-8BD2CEC46E58}" type="presParOf" srcId="{0BEA779C-D7DF-474F-A659-7EA14DA2C26F}" destId="{45FC84A5-C1C5-4551-BF45-C79D19F8E895}" srcOrd="3" destOrd="0" presId="urn:microsoft.com/office/officeart/2018/5/layout/IconCircleLabelList"/>
    <dgm:cxn modelId="{89856880-A6F4-4291-B8E0-5BB738FCFD87}" type="presParOf" srcId="{90E136BA-8BE0-467F-9526-829234C5F9E8}" destId="{F436DCBE-789C-4E3E-9F42-9359650F0A6E}" srcOrd="1" destOrd="0" presId="urn:microsoft.com/office/officeart/2018/5/layout/IconCircleLabelList"/>
    <dgm:cxn modelId="{057FF7D6-7EAC-4EB1-B595-E2A674BBA6BF}" type="presParOf" srcId="{90E136BA-8BE0-467F-9526-829234C5F9E8}" destId="{5E1F406E-4D3B-4EB2-8A7B-98BA9BECEB0E}" srcOrd="2" destOrd="0" presId="urn:microsoft.com/office/officeart/2018/5/layout/IconCircleLabelList"/>
    <dgm:cxn modelId="{F2B5B34B-8620-4BD7-90F1-B87180845A9A}" type="presParOf" srcId="{5E1F406E-4D3B-4EB2-8A7B-98BA9BECEB0E}" destId="{EC691EC5-04EB-4406-AA6F-A4D1AA518CF1}" srcOrd="0" destOrd="0" presId="urn:microsoft.com/office/officeart/2018/5/layout/IconCircleLabelList"/>
    <dgm:cxn modelId="{FE5FE5AA-4878-4B9C-A296-740C3A2D0B68}" type="presParOf" srcId="{5E1F406E-4D3B-4EB2-8A7B-98BA9BECEB0E}" destId="{91D4AC38-6833-4F4E-A3C2-806DDE012740}" srcOrd="1" destOrd="0" presId="urn:microsoft.com/office/officeart/2018/5/layout/IconCircleLabelList"/>
    <dgm:cxn modelId="{D2C2C884-F414-47DE-A611-FF191E3B9F91}" type="presParOf" srcId="{5E1F406E-4D3B-4EB2-8A7B-98BA9BECEB0E}" destId="{8AC4FDE0-4A91-4127-8C96-79E0FBEDCCAC}" srcOrd="2" destOrd="0" presId="urn:microsoft.com/office/officeart/2018/5/layout/IconCircleLabelList"/>
    <dgm:cxn modelId="{A8D17D18-2B85-4EC6-B079-B04B42025EC2}" type="presParOf" srcId="{5E1F406E-4D3B-4EB2-8A7B-98BA9BECEB0E}" destId="{08EE90D7-7F01-40A4-8D59-A50AB0A319A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348AAC-A51E-4A42-A773-64EA0C7EB3E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03B93A-4168-4B12-96FE-CA1D8E9D509C}">
      <dgm:prSet/>
      <dgm:spPr/>
      <dgm:t>
        <a:bodyPr/>
        <a:lstStyle/>
        <a:p>
          <a:r>
            <a:rPr lang="en-US"/>
            <a:t>• n8n</a:t>
          </a:r>
        </a:p>
      </dgm:t>
    </dgm:pt>
    <dgm:pt modelId="{8E947693-7459-474E-9AE4-41B135691224}" type="parTrans" cxnId="{0A9C8463-7F88-4A37-94BB-2469D549382F}">
      <dgm:prSet/>
      <dgm:spPr/>
      <dgm:t>
        <a:bodyPr/>
        <a:lstStyle/>
        <a:p>
          <a:endParaRPr lang="en-US"/>
        </a:p>
      </dgm:t>
    </dgm:pt>
    <dgm:pt modelId="{CE9D1F16-C946-4024-9E7B-2B4168114EFB}" type="sibTrans" cxnId="{0A9C8463-7F88-4A37-94BB-2469D549382F}">
      <dgm:prSet/>
      <dgm:spPr/>
      <dgm:t>
        <a:bodyPr/>
        <a:lstStyle/>
        <a:p>
          <a:endParaRPr lang="en-US"/>
        </a:p>
      </dgm:t>
    </dgm:pt>
    <dgm:pt modelId="{D04B5F2B-24D9-425A-9E60-14ACCE373A46}">
      <dgm:prSet/>
      <dgm:spPr/>
      <dgm:t>
        <a:bodyPr/>
        <a:lstStyle/>
        <a:p>
          <a:r>
            <a:rPr lang="en-US"/>
            <a:t>• GitHub REST API</a:t>
          </a:r>
        </a:p>
      </dgm:t>
    </dgm:pt>
    <dgm:pt modelId="{6B253AF6-4C3D-47EC-AD83-F0BBD468D552}" type="parTrans" cxnId="{C7F15C36-0FD3-4AB3-BBE5-A39C46501C75}">
      <dgm:prSet/>
      <dgm:spPr/>
      <dgm:t>
        <a:bodyPr/>
        <a:lstStyle/>
        <a:p>
          <a:endParaRPr lang="en-US"/>
        </a:p>
      </dgm:t>
    </dgm:pt>
    <dgm:pt modelId="{170D615B-44C0-42B5-BAF5-6D3C8EEA1BB1}" type="sibTrans" cxnId="{C7F15C36-0FD3-4AB3-BBE5-A39C46501C75}">
      <dgm:prSet/>
      <dgm:spPr/>
      <dgm:t>
        <a:bodyPr/>
        <a:lstStyle/>
        <a:p>
          <a:endParaRPr lang="en-US"/>
        </a:p>
      </dgm:t>
    </dgm:pt>
    <dgm:pt modelId="{6606D8F7-7F6A-4ACF-9A79-F92F22469AC5}">
      <dgm:prSet/>
      <dgm:spPr/>
      <dgm:t>
        <a:bodyPr/>
        <a:lstStyle/>
        <a:p>
          <a:r>
            <a:rPr lang="en-US"/>
            <a:t>• JavaScript</a:t>
          </a:r>
        </a:p>
      </dgm:t>
    </dgm:pt>
    <dgm:pt modelId="{EAA3A13F-3CA0-4052-A4CC-ACE64634C12E}" type="parTrans" cxnId="{53F1CC0B-4430-4343-8F8E-E210F35FC2FA}">
      <dgm:prSet/>
      <dgm:spPr/>
      <dgm:t>
        <a:bodyPr/>
        <a:lstStyle/>
        <a:p>
          <a:endParaRPr lang="en-US"/>
        </a:p>
      </dgm:t>
    </dgm:pt>
    <dgm:pt modelId="{339C0FDB-95E9-4698-8FE6-62DD21DD4BE7}" type="sibTrans" cxnId="{53F1CC0B-4430-4343-8F8E-E210F35FC2FA}">
      <dgm:prSet/>
      <dgm:spPr/>
      <dgm:t>
        <a:bodyPr/>
        <a:lstStyle/>
        <a:p>
          <a:endParaRPr lang="en-US"/>
        </a:p>
      </dgm:t>
    </dgm:pt>
    <dgm:pt modelId="{DED18C64-F4F5-4054-9652-50ED96EBF33F}">
      <dgm:prSet/>
      <dgm:spPr/>
      <dgm:t>
        <a:bodyPr/>
        <a:lstStyle/>
        <a:p>
          <a:r>
            <a:rPr lang="en-US"/>
            <a:t>• HTTP Request</a:t>
          </a:r>
        </a:p>
      </dgm:t>
    </dgm:pt>
    <dgm:pt modelId="{93722F58-F3A6-4E73-8FBF-2C0D13EBC955}" type="parTrans" cxnId="{B4201B71-8D92-4C3E-88E1-AEDA7B0D5A32}">
      <dgm:prSet/>
      <dgm:spPr/>
      <dgm:t>
        <a:bodyPr/>
        <a:lstStyle/>
        <a:p>
          <a:endParaRPr lang="en-US"/>
        </a:p>
      </dgm:t>
    </dgm:pt>
    <dgm:pt modelId="{127B78A4-52A4-493F-8BEE-F674690C438D}" type="sibTrans" cxnId="{B4201B71-8D92-4C3E-88E1-AEDA7B0D5A32}">
      <dgm:prSet/>
      <dgm:spPr/>
      <dgm:t>
        <a:bodyPr/>
        <a:lstStyle/>
        <a:p>
          <a:endParaRPr lang="en-US"/>
        </a:p>
      </dgm:t>
    </dgm:pt>
    <dgm:pt modelId="{BC67E948-5D56-4511-9817-B5104EE57315}">
      <dgm:prSet/>
      <dgm:spPr/>
      <dgm:t>
        <a:bodyPr/>
        <a:lstStyle/>
        <a:p>
          <a:r>
            <a:rPr lang="en-US"/>
            <a:t>• Webhook</a:t>
          </a:r>
        </a:p>
      </dgm:t>
    </dgm:pt>
    <dgm:pt modelId="{BA63CCD9-302C-42D4-93E2-4936C4CA5EED}" type="parTrans" cxnId="{61FA773D-8E33-42AD-9450-209B71D48C08}">
      <dgm:prSet/>
      <dgm:spPr/>
      <dgm:t>
        <a:bodyPr/>
        <a:lstStyle/>
        <a:p>
          <a:endParaRPr lang="en-US"/>
        </a:p>
      </dgm:t>
    </dgm:pt>
    <dgm:pt modelId="{9A9D0BD9-0BD4-4288-BF60-FD4055A3529C}" type="sibTrans" cxnId="{61FA773D-8E33-42AD-9450-209B71D48C08}">
      <dgm:prSet/>
      <dgm:spPr/>
      <dgm:t>
        <a:bodyPr/>
        <a:lstStyle/>
        <a:p>
          <a:endParaRPr lang="en-US"/>
        </a:p>
      </dgm:t>
    </dgm:pt>
    <dgm:pt modelId="{09EFCC1C-D31E-46BE-990E-1CE7F0756FC2}" type="pres">
      <dgm:prSet presAssocID="{DC348AAC-A51E-4A42-A773-64EA0C7EB3EB}" presName="Name0" presStyleCnt="0">
        <dgm:presLayoutVars>
          <dgm:dir/>
          <dgm:animLvl val="lvl"/>
          <dgm:resizeHandles val="exact"/>
        </dgm:presLayoutVars>
      </dgm:prSet>
      <dgm:spPr/>
    </dgm:pt>
    <dgm:pt modelId="{F1A81BDC-684C-4CC2-AAFD-327A2D94EAAC}" type="pres">
      <dgm:prSet presAssocID="{E503B93A-4168-4B12-96FE-CA1D8E9D509C}" presName="linNode" presStyleCnt="0"/>
      <dgm:spPr/>
    </dgm:pt>
    <dgm:pt modelId="{98B73FAA-A902-47FF-994E-B653ADC3E943}" type="pres">
      <dgm:prSet presAssocID="{E503B93A-4168-4B12-96FE-CA1D8E9D509C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452FB928-BBD3-4348-8B68-F7716C12E54B}" type="pres">
      <dgm:prSet presAssocID="{CE9D1F16-C946-4024-9E7B-2B4168114EFB}" presName="sp" presStyleCnt="0"/>
      <dgm:spPr/>
    </dgm:pt>
    <dgm:pt modelId="{7A02B6B8-CE39-4852-8FE0-97E1B1EF036E}" type="pres">
      <dgm:prSet presAssocID="{D04B5F2B-24D9-425A-9E60-14ACCE373A46}" presName="linNode" presStyleCnt="0"/>
      <dgm:spPr/>
    </dgm:pt>
    <dgm:pt modelId="{3545DCAA-5674-496E-93B9-65DC7DA263D7}" type="pres">
      <dgm:prSet presAssocID="{D04B5F2B-24D9-425A-9E60-14ACCE373A46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22E3A53D-639D-4376-BC09-2DFE98F25CF5}" type="pres">
      <dgm:prSet presAssocID="{170D615B-44C0-42B5-BAF5-6D3C8EEA1BB1}" presName="sp" presStyleCnt="0"/>
      <dgm:spPr/>
    </dgm:pt>
    <dgm:pt modelId="{C3FF5A0C-27E4-40A0-88A8-C19860C45781}" type="pres">
      <dgm:prSet presAssocID="{6606D8F7-7F6A-4ACF-9A79-F92F22469AC5}" presName="linNode" presStyleCnt="0"/>
      <dgm:spPr/>
    </dgm:pt>
    <dgm:pt modelId="{012A5485-A4BB-4519-8662-F55D1346474C}" type="pres">
      <dgm:prSet presAssocID="{6606D8F7-7F6A-4ACF-9A79-F92F22469AC5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33AEB8BC-B94E-493A-A212-7E509AB85BFD}" type="pres">
      <dgm:prSet presAssocID="{339C0FDB-95E9-4698-8FE6-62DD21DD4BE7}" presName="sp" presStyleCnt="0"/>
      <dgm:spPr/>
    </dgm:pt>
    <dgm:pt modelId="{EFA720B6-712D-4D7B-9C75-83354A6A0F72}" type="pres">
      <dgm:prSet presAssocID="{DED18C64-F4F5-4054-9652-50ED96EBF33F}" presName="linNode" presStyleCnt="0"/>
      <dgm:spPr/>
    </dgm:pt>
    <dgm:pt modelId="{DACE1E5A-9BBE-4A79-BE13-0DBB99836795}" type="pres">
      <dgm:prSet presAssocID="{DED18C64-F4F5-4054-9652-50ED96EBF33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CE7491FB-FA7C-46F0-B3E9-480E6616A5EA}" type="pres">
      <dgm:prSet presAssocID="{127B78A4-52A4-493F-8BEE-F674690C438D}" presName="sp" presStyleCnt="0"/>
      <dgm:spPr/>
    </dgm:pt>
    <dgm:pt modelId="{917F0DA1-60F5-42FD-921D-15382BF85BEA}" type="pres">
      <dgm:prSet presAssocID="{BC67E948-5D56-4511-9817-B5104EE57315}" presName="linNode" presStyleCnt="0"/>
      <dgm:spPr/>
    </dgm:pt>
    <dgm:pt modelId="{5949508F-AAD8-447D-8D56-81EFF55DEA97}" type="pres">
      <dgm:prSet presAssocID="{BC67E948-5D56-4511-9817-B5104EE57315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53F1CC0B-4430-4343-8F8E-E210F35FC2FA}" srcId="{DC348AAC-A51E-4A42-A773-64EA0C7EB3EB}" destId="{6606D8F7-7F6A-4ACF-9A79-F92F22469AC5}" srcOrd="2" destOrd="0" parTransId="{EAA3A13F-3CA0-4052-A4CC-ACE64634C12E}" sibTransId="{339C0FDB-95E9-4698-8FE6-62DD21DD4BE7}"/>
    <dgm:cxn modelId="{8074B013-73C3-440F-9EED-667F172CE6C4}" type="presOf" srcId="{D04B5F2B-24D9-425A-9E60-14ACCE373A46}" destId="{3545DCAA-5674-496E-93B9-65DC7DA263D7}" srcOrd="0" destOrd="0" presId="urn:microsoft.com/office/officeart/2005/8/layout/vList5"/>
    <dgm:cxn modelId="{C7F15C36-0FD3-4AB3-BBE5-A39C46501C75}" srcId="{DC348AAC-A51E-4A42-A773-64EA0C7EB3EB}" destId="{D04B5F2B-24D9-425A-9E60-14ACCE373A46}" srcOrd="1" destOrd="0" parTransId="{6B253AF6-4C3D-47EC-AD83-F0BBD468D552}" sibTransId="{170D615B-44C0-42B5-BAF5-6D3C8EEA1BB1}"/>
    <dgm:cxn modelId="{61FA773D-8E33-42AD-9450-209B71D48C08}" srcId="{DC348AAC-A51E-4A42-A773-64EA0C7EB3EB}" destId="{BC67E948-5D56-4511-9817-B5104EE57315}" srcOrd="4" destOrd="0" parTransId="{BA63CCD9-302C-42D4-93E2-4936C4CA5EED}" sibTransId="{9A9D0BD9-0BD4-4288-BF60-FD4055A3529C}"/>
    <dgm:cxn modelId="{0A9C8463-7F88-4A37-94BB-2469D549382F}" srcId="{DC348AAC-A51E-4A42-A773-64EA0C7EB3EB}" destId="{E503B93A-4168-4B12-96FE-CA1D8E9D509C}" srcOrd="0" destOrd="0" parTransId="{8E947693-7459-474E-9AE4-41B135691224}" sibTransId="{CE9D1F16-C946-4024-9E7B-2B4168114EFB}"/>
    <dgm:cxn modelId="{B4201B71-8D92-4C3E-88E1-AEDA7B0D5A32}" srcId="{DC348AAC-A51E-4A42-A773-64EA0C7EB3EB}" destId="{DED18C64-F4F5-4054-9652-50ED96EBF33F}" srcOrd="3" destOrd="0" parTransId="{93722F58-F3A6-4E73-8FBF-2C0D13EBC955}" sibTransId="{127B78A4-52A4-493F-8BEE-F674690C438D}"/>
    <dgm:cxn modelId="{C35F1C84-8836-42DB-9C59-20F40C77B04E}" type="presOf" srcId="{BC67E948-5D56-4511-9817-B5104EE57315}" destId="{5949508F-AAD8-447D-8D56-81EFF55DEA97}" srcOrd="0" destOrd="0" presId="urn:microsoft.com/office/officeart/2005/8/layout/vList5"/>
    <dgm:cxn modelId="{BFBFA789-94C5-4C81-838E-E2957612FF76}" type="presOf" srcId="{DC348AAC-A51E-4A42-A773-64EA0C7EB3EB}" destId="{09EFCC1C-D31E-46BE-990E-1CE7F0756FC2}" srcOrd="0" destOrd="0" presId="urn:microsoft.com/office/officeart/2005/8/layout/vList5"/>
    <dgm:cxn modelId="{985B53E3-CD9A-41D1-96E4-6BE5A16B9C74}" type="presOf" srcId="{DED18C64-F4F5-4054-9652-50ED96EBF33F}" destId="{DACE1E5A-9BBE-4A79-BE13-0DBB99836795}" srcOrd="0" destOrd="0" presId="urn:microsoft.com/office/officeart/2005/8/layout/vList5"/>
    <dgm:cxn modelId="{E72D72E4-129E-4793-97AE-583FBAB7BBD4}" type="presOf" srcId="{E503B93A-4168-4B12-96FE-CA1D8E9D509C}" destId="{98B73FAA-A902-47FF-994E-B653ADC3E943}" srcOrd="0" destOrd="0" presId="urn:microsoft.com/office/officeart/2005/8/layout/vList5"/>
    <dgm:cxn modelId="{435D26E7-8402-4878-A82D-D5156C23C29E}" type="presOf" srcId="{6606D8F7-7F6A-4ACF-9A79-F92F22469AC5}" destId="{012A5485-A4BB-4519-8662-F55D1346474C}" srcOrd="0" destOrd="0" presId="urn:microsoft.com/office/officeart/2005/8/layout/vList5"/>
    <dgm:cxn modelId="{79452842-A649-4504-8002-02853AB69770}" type="presParOf" srcId="{09EFCC1C-D31E-46BE-990E-1CE7F0756FC2}" destId="{F1A81BDC-684C-4CC2-AAFD-327A2D94EAAC}" srcOrd="0" destOrd="0" presId="urn:microsoft.com/office/officeart/2005/8/layout/vList5"/>
    <dgm:cxn modelId="{801B52E8-0393-4CF0-B41F-50AA3CE48E78}" type="presParOf" srcId="{F1A81BDC-684C-4CC2-AAFD-327A2D94EAAC}" destId="{98B73FAA-A902-47FF-994E-B653ADC3E943}" srcOrd="0" destOrd="0" presId="urn:microsoft.com/office/officeart/2005/8/layout/vList5"/>
    <dgm:cxn modelId="{0ED201DD-7C5F-4575-9EB9-97473CD30A69}" type="presParOf" srcId="{09EFCC1C-D31E-46BE-990E-1CE7F0756FC2}" destId="{452FB928-BBD3-4348-8B68-F7716C12E54B}" srcOrd="1" destOrd="0" presId="urn:microsoft.com/office/officeart/2005/8/layout/vList5"/>
    <dgm:cxn modelId="{889A395D-334C-4E36-AE3C-A0E62263AC94}" type="presParOf" srcId="{09EFCC1C-D31E-46BE-990E-1CE7F0756FC2}" destId="{7A02B6B8-CE39-4852-8FE0-97E1B1EF036E}" srcOrd="2" destOrd="0" presId="urn:microsoft.com/office/officeart/2005/8/layout/vList5"/>
    <dgm:cxn modelId="{276EBD48-D61A-4224-92F8-FD0B12E579F0}" type="presParOf" srcId="{7A02B6B8-CE39-4852-8FE0-97E1B1EF036E}" destId="{3545DCAA-5674-496E-93B9-65DC7DA263D7}" srcOrd="0" destOrd="0" presId="urn:microsoft.com/office/officeart/2005/8/layout/vList5"/>
    <dgm:cxn modelId="{36A47BF8-4D07-45E4-B1A0-E91F9DE67A33}" type="presParOf" srcId="{09EFCC1C-D31E-46BE-990E-1CE7F0756FC2}" destId="{22E3A53D-639D-4376-BC09-2DFE98F25CF5}" srcOrd="3" destOrd="0" presId="urn:microsoft.com/office/officeart/2005/8/layout/vList5"/>
    <dgm:cxn modelId="{CD99D464-4B74-448A-B832-D02558CF4790}" type="presParOf" srcId="{09EFCC1C-D31E-46BE-990E-1CE7F0756FC2}" destId="{C3FF5A0C-27E4-40A0-88A8-C19860C45781}" srcOrd="4" destOrd="0" presId="urn:microsoft.com/office/officeart/2005/8/layout/vList5"/>
    <dgm:cxn modelId="{9220F3C2-2C12-46EC-8EA2-0DAD36F67050}" type="presParOf" srcId="{C3FF5A0C-27E4-40A0-88A8-C19860C45781}" destId="{012A5485-A4BB-4519-8662-F55D1346474C}" srcOrd="0" destOrd="0" presId="urn:microsoft.com/office/officeart/2005/8/layout/vList5"/>
    <dgm:cxn modelId="{250BB170-178E-4743-B7EB-A568F9F9B5B6}" type="presParOf" srcId="{09EFCC1C-D31E-46BE-990E-1CE7F0756FC2}" destId="{33AEB8BC-B94E-493A-A212-7E509AB85BFD}" srcOrd="5" destOrd="0" presId="urn:microsoft.com/office/officeart/2005/8/layout/vList5"/>
    <dgm:cxn modelId="{0E4CBB68-7D51-4443-9269-5D0A75744E75}" type="presParOf" srcId="{09EFCC1C-D31E-46BE-990E-1CE7F0756FC2}" destId="{EFA720B6-712D-4D7B-9C75-83354A6A0F72}" srcOrd="6" destOrd="0" presId="urn:microsoft.com/office/officeart/2005/8/layout/vList5"/>
    <dgm:cxn modelId="{4D9515E1-3A25-4EA5-957D-4A35C8908524}" type="presParOf" srcId="{EFA720B6-712D-4D7B-9C75-83354A6A0F72}" destId="{DACE1E5A-9BBE-4A79-BE13-0DBB99836795}" srcOrd="0" destOrd="0" presId="urn:microsoft.com/office/officeart/2005/8/layout/vList5"/>
    <dgm:cxn modelId="{66C5C42B-997C-49EB-BFEA-6EFC2B3C1051}" type="presParOf" srcId="{09EFCC1C-D31E-46BE-990E-1CE7F0756FC2}" destId="{CE7491FB-FA7C-46F0-B3E9-480E6616A5EA}" srcOrd="7" destOrd="0" presId="urn:microsoft.com/office/officeart/2005/8/layout/vList5"/>
    <dgm:cxn modelId="{1DC12232-3F34-447F-8144-C4D73F2A1A5B}" type="presParOf" srcId="{09EFCC1C-D31E-46BE-990E-1CE7F0756FC2}" destId="{917F0DA1-60F5-42FD-921D-15382BF85BEA}" srcOrd="8" destOrd="0" presId="urn:microsoft.com/office/officeart/2005/8/layout/vList5"/>
    <dgm:cxn modelId="{57E0E67B-9025-4793-AFBC-C4AA8FFFDF9D}" type="presParOf" srcId="{917F0DA1-60F5-42FD-921D-15382BF85BEA}" destId="{5949508F-AAD8-447D-8D56-81EFF55DEA9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9CAE9D-BB70-4186-BA41-2090109D839A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353288-3EA8-410D-87CA-1382138F814E}">
      <dgm:prSet/>
      <dgm:spPr/>
      <dgm:t>
        <a:bodyPr/>
        <a:lstStyle/>
        <a:p>
          <a:r>
            <a:rPr lang="en-US"/>
            <a:t>1. Receive GitHub URL</a:t>
          </a:r>
        </a:p>
      </dgm:t>
    </dgm:pt>
    <dgm:pt modelId="{5F09DD90-30EE-4861-BFF9-CB9DE120A9F7}" type="parTrans" cxnId="{29CD8A97-7F21-4F21-AE39-A79123C5300B}">
      <dgm:prSet/>
      <dgm:spPr/>
      <dgm:t>
        <a:bodyPr/>
        <a:lstStyle/>
        <a:p>
          <a:endParaRPr lang="en-US"/>
        </a:p>
      </dgm:t>
    </dgm:pt>
    <dgm:pt modelId="{74011F46-EC2F-41FB-A63A-4BD4870F8962}" type="sibTrans" cxnId="{29CD8A97-7F21-4F21-AE39-A79123C5300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EF12430-7BB2-46D3-A49B-C9806A9B2698}">
      <dgm:prSet/>
      <dgm:spPr/>
      <dgm:t>
        <a:bodyPr/>
        <a:lstStyle/>
        <a:p>
          <a:r>
            <a:rPr lang="en-US"/>
            <a:t>2. Extract owner/repo</a:t>
          </a:r>
        </a:p>
      </dgm:t>
    </dgm:pt>
    <dgm:pt modelId="{DF534FEB-56E3-4844-AB2E-FCDC9359EA45}" type="parTrans" cxnId="{562AA633-5E34-4AE6-B221-18BF51975162}">
      <dgm:prSet/>
      <dgm:spPr/>
      <dgm:t>
        <a:bodyPr/>
        <a:lstStyle/>
        <a:p>
          <a:endParaRPr lang="en-US"/>
        </a:p>
      </dgm:t>
    </dgm:pt>
    <dgm:pt modelId="{ED89B70F-967B-4608-9DB1-EA79150416F9}" type="sibTrans" cxnId="{562AA633-5E34-4AE6-B221-18BF5197516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E46E80A-BCBF-471B-B233-DFC7699F7CA0}">
      <dgm:prSet/>
      <dgm:spPr/>
      <dgm:t>
        <a:bodyPr/>
        <a:lstStyle/>
        <a:p>
          <a:r>
            <a:rPr lang="en-US"/>
            <a:t>3. Call GitHub API</a:t>
          </a:r>
        </a:p>
      </dgm:t>
    </dgm:pt>
    <dgm:pt modelId="{DB6CC654-FE70-4BFC-BA44-DA6E9E6D36F5}" type="parTrans" cxnId="{30AAEDBC-B75E-4AC1-BF60-E4A75D89B66F}">
      <dgm:prSet/>
      <dgm:spPr/>
      <dgm:t>
        <a:bodyPr/>
        <a:lstStyle/>
        <a:p>
          <a:endParaRPr lang="en-US"/>
        </a:p>
      </dgm:t>
    </dgm:pt>
    <dgm:pt modelId="{2AE99044-3680-4646-974B-0C529CAD5F45}" type="sibTrans" cxnId="{30AAEDBC-B75E-4AC1-BF60-E4A75D89B66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9FC899B-2A39-4954-B7FF-28994E30EAF3}">
      <dgm:prSet/>
      <dgm:spPr/>
      <dgm:t>
        <a:bodyPr/>
        <a:lstStyle/>
        <a:p>
          <a:r>
            <a:rPr lang="en-US"/>
            <a:t>4. Format output</a:t>
          </a:r>
        </a:p>
      </dgm:t>
    </dgm:pt>
    <dgm:pt modelId="{F5ABC888-CE81-49F9-9FA0-57F8E499BFA4}" type="parTrans" cxnId="{053B6409-E779-4033-BE27-B7368088313D}">
      <dgm:prSet/>
      <dgm:spPr/>
      <dgm:t>
        <a:bodyPr/>
        <a:lstStyle/>
        <a:p>
          <a:endParaRPr lang="en-US"/>
        </a:p>
      </dgm:t>
    </dgm:pt>
    <dgm:pt modelId="{438C2CA2-776D-4D28-A034-8E41DE9ABCB0}" type="sibTrans" cxnId="{053B6409-E779-4033-BE27-B7368088313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D1B849E-B623-4D80-A81A-C0E7C12EDCF7}" type="pres">
      <dgm:prSet presAssocID="{BB9CAE9D-BB70-4186-BA41-2090109D839A}" presName="linearFlow" presStyleCnt="0">
        <dgm:presLayoutVars>
          <dgm:dir/>
          <dgm:animLvl val="lvl"/>
          <dgm:resizeHandles val="exact"/>
        </dgm:presLayoutVars>
      </dgm:prSet>
      <dgm:spPr/>
    </dgm:pt>
    <dgm:pt modelId="{FE39AE0D-0ED0-41F4-889B-ACFD42AE66BE}" type="pres">
      <dgm:prSet presAssocID="{6E353288-3EA8-410D-87CA-1382138F814E}" presName="compositeNode" presStyleCnt="0"/>
      <dgm:spPr/>
    </dgm:pt>
    <dgm:pt modelId="{94D3749A-2F47-4260-B672-95D2259872F8}" type="pres">
      <dgm:prSet presAssocID="{6E353288-3EA8-410D-87CA-1382138F814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12000AC-8055-4161-91F5-AA9580233EE4}" type="pres">
      <dgm:prSet presAssocID="{6E353288-3EA8-410D-87CA-1382138F814E}" presName="parSh" presStyleCnt="0"/>
      <dgm:spPr/>
    </dgm:pt>
    <dgm:pt modelId="{1B3D42D7-34CC-47C7-9928-1EE024A4BD03}" type="pres">
      <dgm:prSet presAssocID="{6E353288-3EA8-410D-87CA-1382138F814E}" presName="lineNode" presStyleLbl="alignAccFollowNode1" presStyleIdx="0" presStyleCnt="12"/>
      <dgm:spPr/>
    </dgm:pt>
    <dgm:pt modelId="{C68D125F-EB94-4012-9EFA-5FC1DB5B039C}" type="pres">
      <dgm:prSet presAssocID="{6E353288-3EA8-410D-87CA-1382138F814E}" presName="lineArrowNode" presStyleLbl="alignAccFollowNode1" presStyleIdx="1" presStyleCnt="12"/>
      <dgm:spPr/>
    </dgm:pt>
    <dgm:pt modelId="{82BCAC57-5330-4DE4-9C1C-6C12637E96BE}" type="pres">
      <dgm:prSet presAssocID="{74011F46-EC2F-41FB-A63A-4BD4870F8962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35078EAB-95BE-4749-94A9-E492A6361D2A}" type="pres">
      <dgm:prSet presAssocID="{74011F46-EC2F-41FB-A63A-4BD4870F8962}" presName="spacerBetweenCircleAndCallout" presStyleCnt="0">
        <dgm:presLayoutVars/>
      </dgm:prSet>
      <dgm:spPr/>
    </dgm:pt>
    <dgm:pt modelId="{873E8AF3-03E9-4240-A542-A6A6A027BC96}" type="pres">
      <dgm:prSet presAssocID="{6E353288-3EA8-410D-87CA-1382138F814E}" presName="nodeText" presStyleLbl="alignAccFollowNode1" presStyleIdx="2" presStyleCnt="12">
        <dgm:presLayoutVars>
          <dgm:bulletEnabled val="1"/>
        </dgm:presLayoutVars>
      </dgm:prSet>
      <dgm:spPr/>
    </dgm:pt>
    <dgm:pt modelId="{5DFB91C1-873D-4082-8E0A-3F103BF02B3C}" type="pres">
      <dgm:prSet presAssocID="{74011F46-EC2F-41FB-A63A-4BD4870F8962}" presName="sibTransComposite" presStyleCnt="0"/>
      <dgm:spPr/>
    </dgm:pt>
    <dgm:pt modelId="{B62DE8FB-FB36-4B09-B444-A4A91A196E6B}" type="pres">
      <dgm:prSet presAssocID="{6EF12430-7BB2-46D3-A49B-C9806A9B2698}" presName="compositeNode" presStyleCnt="0"/>
      <dgm:spPr/>
    </dgm:pt>
    <dgm:pt modelId="{0CF4F652-C879-412B-A41F-4DF5C79E56B4}" type="pres">
      <dgm:prSet presAssocID="{6EF12430-7BB2-46D3-A49B-C9806A9B269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495583A-CD75-4EC4-B3B8-C18BEAA81C27}" type="pres">
      <dgm:prSet presAssocID="{6EF12430-7BB2-46D3-A49B-C9806A9B2698}" presName="parSh" presStyleCnt="0"/>
      <dgm:spPr/>
    </dgm:pt>
    <dgm:pt modelId="{07C7EC6D-9B70-4F52-8A4E-936BAA7696D8}" type="pres">
      <dgm:prSet presAssocID="{6EF12430-7BB2-46D3-A49B-C9806A9B2698}" presName="lineNode" presStyleLbl="alignAccFollowNode1" presStyleIdx="3" presStyleCnt="12"/>
      <dgm:spPr/>
    </dgm:pt>
    <dgm:pt modelId="{44BF0780-A98F-4252-8B90-7F6C6EB6D66A}" type="pres">
      <dgm:prSet presAssocID="{6EF12430-7BB2-46D3-A49B-C9806A9B2698}" presName="lineArrowNode" presStyleLbl="alignAccFollowNode1" presStyleIdx="4" presStyleCnt="12"/>
      <dgm:spPr/>
    </dgm:pt>
    <dgm:pt modelId="{5D5690DA-4BD3-496C-BC54-18D64BA553B3}" type="pres">
      <dgm:prSet presAssocID="{ED89B70F-967B-4608-9DB1-EA79150416F9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7043AFC2-1C05-4711-8720-3BB0E1DBD7FB}" type="pres">
      <dgm:prSet presAssocID="{ED89B70F-967B-4608-9DB1-EA79150416F9}" presName="spacerBetweenCircleAndCallout" presStyleCnt="0">
        <dgm:presLayoutVars/>
      </dgm:prSet>
      <dgm:spPr/>
    </dgm:pt>
    <dgm:pt modelId="{3E110756-30D3-4442-AC2A-307D55163ECB}" type="pres">
      <dgm:prSet presAssocID="{6EF12430-7BB2-46D3-A49B-C9806A9B2698}" presName="nodeText" presStyleLbl="alignAccFollowNode1" presStyleIdx="5" presStyleCnt="12">
        <dgm:presLayoutVars>
          <dgm:bulletEnabled val="1"/>
        </dgm:presLayoutVars>
      </dgm:prSet>
      <dgm:spPr/>
    </dgm:pt>
    <dgm:pt modelId="{09785545-602A-4B4C-AEF7-20B9218B61AA}" type="pres">
      <dgm:prSet presAssocID="{ED89B70F-967B-4608-9DB1-EA79150416F9}" presName="sibTransComposite" presStyleCnt="0"/>
      <dgm:spPr/>
    </dgm:pt>
    <dgm:pt modelId="{A61D9BF8-5E10-4D29-8E2E-F8B4A33168EF}" type="pres">
      <dgm:prSet presAssocID="{2E46E80A-BCBF-471B-B233-DFC7699F7CA0}" presName="compositeNode" presStyleCnt="0"/>
      <dgm:spPr/>
    </dgm:pt>
    <dgm:pt modelId="{8CDCF3A4-FB31-47A2-8D87-C1AB3A74B931}" type="pres">
      <dgm:prSet presAssocID="{2E46E80A-BCBF-471B-B233-DFC7699F7CA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0D98D8D-127E-4FA3-A3F5-7A4AD18861B2}" type="pres">
      <dgm:prSet presAssocID="{2E46E80A-BCBF-471B-B233-DFC7699F7CA0}" presName="parSh" presStyleCnt="0"/>
      <dgm:spPr/>
    </dgm:pt>
    <dgm:pt modelId="{A7CB876F-574B-4966-B364-1ACA28677F0C}" type="pres">
      <dgm:prSet presAssocID="{2E46E80A-BCBF-471B-B233-DFC7699F7CA0}" presName="lineNode" presStyleLbl="alignAccFollowNode1" presStyleIdx="6" presStyleCnt="12"/>
      <dgm:spPr/>
    </dgm:pt>
    <dgm:pt modelId="{71FC4B1F-DF18-46FB-B31C-8837D2E269B1}" type="pres">
      <dgm:prSet presAssocID="{2E46E80A-BCBF-471B-B233-DFC7699F7CA0}" presName="lineArrowNode" presStyleLbl="alignAccFollowNode1" presStyleIdx="7" presStyleCnt="12"/>
      <dgm:spPr/>
    </dgm:pt>
    <dgm:pt modelId="{19F51029-90BD-4B3D-AB64-D27FB134335A}" type="pres">
      <dgm:prSet presAssocID="{2AE99044-3680-4646-974B-0C529CAD5F45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44388591-98BC-4883-BAC5-740C6D385303}" type="pres">
      <dgm:prSet presAssocID="{2AE99044-3680-4646-974B-0C529CAD5F45}" presName="spacerBetweenCircleAndCallout" presStyleCnt="0">
        <dgm:presLayoutVars/>
      </dgm:prSet>
      <dgm:spPr/>
    </dgm:pt>
    <dgm:pt modelId="{31070D11-50CF-47AE-8217-34A185BC6A96}" type="pres">
      <dgm:prSet presAssocID="{2E46E80A-BCBF-471B-B233-DFC7699F7CA0}" presName="nodeText" presStyleLbl="alignAccFollowNode1" presStyleIdx="8" presStyleCnt="12">
        <dgm:presLayoutVars>
          <dgm:bulletEnabled val="1"/>
        </dgm:presLayoutVars>
      </dgm:prSet>
      <dgm:spPr/>
    </dgm:pt>
    <dgm:pt modelId="{8C16E886-5D1A-494B-96F7-75C64D90B7C2}" type="pres">
      <dgm:prSet presAssocID="{2AE99044-3680-4646-974B-0C529CAD5F45}" presName="sibTransComposite" presStyleCnt="0"/>
      <dgm:spPr/>
    </dgm:pt>
    <dgm:pt modelId="{2FCB4BEE-8754-4C28-92BC-69C559055C0F}" type="pres">
      <dgm:prSet presAssocID="{C9FC899B-2A39-4954-B7FF-28994E30EAF3}" presName="compositeNode" presStyleCnt="0"/>
      <dgm:spPr/>
    </dgm:pt>
    <dgm:pt modelId="{7E79206D-3902-43A9-9478-C21E698A2B25}" type="pres">
      <dgm:prSet presAssocID="{C9FC899B-2A39-4954-B7FF-28994E30EAF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03BAA26-DB5A-456C-939F-10FD928C2DFA}" type="pres">
      <dgm:prSet presAssocID="{C9FC899B-2A39-4954-B7FF-28994E30EAF3}" presName="parSh" presStyleCnt="0"/>
      <dgm:spPr/>
    </dgm:pt>
    <dgm:pt modelId="{BB8AF174-DB18-40B4-9F1D-BE37568369F5}" type="pres">
      <dgm:prSet presAssocID="{C9FC899B-2A39-4954-B7FF-28994E30EAF3}" presName="lineNode" presStyleLbl="alignAccFollowNode1" presStyleIdx="9" presStyleCnt="12"/>
      <dgm:spPr/>
    </dgm:pt>
    <dgm:pt modelId="{32E9DB16-5D27-4916-B033-06D1EA8C9EBA}" type="pres">
      <dgm:prSet presAssocID="{C9FC899B-2A39-4954-B7FF-28994E30EAF3}" presName="lineArrowNode" presStyleLbl="alignAccFollowNode1" presStyleIdx="10" presStyleCnt="12"/>
      <dgm:spPr/>
    </dgm:pt>
    <dgm:pt modelId="{B0180C1F-5B89-4CED-B59A-67D3AD893C64}" type="pres">
      <dgm:prSet presAssocID="{438C2CA2-776D-4D28-A034-8E41DE9ABCB0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4B0B145B-A650-416A-A65C-4659D6A78A5D}" type="pres">
      <dgm:prSet presAssocID="{438C2CA2-776D-4D28-A034-8E41DE9ABCB0}" presName="spacerBetweenCircleAndCallout" presStyleCnt="0">
        <dgm:presLayoutVars/>
      </dgm:prSet>
      <dgm:spPr/>
    </dgm:pt>
    <dgm:pt modelId="{EC5273CA-10AD-46C4-9812-854125604A57}" type="pres">
      <dgm:prSet presAssocID="{C9FC899B-2A39-4954-B7FF-28994E30EAF3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497B5404-43EB-4625-8CBD-11B8C4E2CAC5}" type="presOf" srcId="{2AE99044-3680-4646-974B-0C529CAD5F45}" destId="{19F51029-90BD-4B3D-AB64-D27FB134335A}" srcOrd="0" destOrd="0" presId="urn:microsoft.com/office/officeart/2016/7/layout/LinearArrowProcessNumbered"/>
    <dgm:cxn modelId="{053B6409-E779-4033-BE27-B7368088313D}" srcId="{BB9CAE9D-BB70-4186-BA41-2090109D839A}" destId="{C9FC899B-2A39-4954-B7FF-28994E30EAF3}" srcOrd="3" destOrd="0" parTransId="{F5ABC888-CE81-49F9-9FA0-57F8E499BFA4}" sibTransId="{438C2CA2-776D-4D28-A034-8E41DE9ABCB0}"/>
    <dgm:cxn modelId="{10AF2812-B1AA-46F7-8C92-D3D148D9FE71}" type="presOf" srcId="{BB9CAE9D-BB70-4186-BA41-2090109D839A}" destId="{2D1B849E-B623-4D80-A81A-C0E7C12EDCF7}" srcOrd="0" destOrd="0" presId="urn:microsoft.com/office/officeart/2016/7/layout/LinearArrowProcessNumbered"/>
    <dgm:cxn modelId="{0D074D17-25FD-4097-8B51-68F614A8C8D0}" type="presOf" srcId="{C9FC899B-2A39-4954-B7FF-28994E30EAF3}" destId="{EC5273CA-10AD-46C4-9812-854125604A57}" srcOrd="0" destOrd="0" presId="urn:microsoft.com/office/officeart/2016/7/layout/LinearArrowProcessNumbered"/>
    <dgm:cxn modelId="{562AA633-5E34-4AE6-B221-18BF51975162}" srcId="{BB9CAE9D-BB70-4186-BA41-2090109D839A}" destId="{6EF12430-7BB2-46D3-A49B-C9806A9B2698}" srcOrd="1" destOrd="0" parTransId="{DF534FEB-56E3-4844-AB2E-FCDC9359EA45}" sibTransId="{ED89B70F-967B-4608-9DB1-EA79150416F9}"/>
    <dgm:cxn modelId="{3EADD26A-7579-4C19-9045-D0F823251B82}" type="presOf" srcId="{438C2CA2-776D-4D28-A034-8E41DE9ABCB0}" destId="{B0180C1F-5B89-4CED-B59A-67D3AD893C64}" srcOrd="0" destOrd="0" presId="urn:microsoft.com/office/officeart/2016/7/layout/LinearArrowProcessNumbered"/>
    <dgm:cxn modelId="{6A91954F-6CC4-494D-AA7D-8ABDB910D99C}" type="presOf" srcId="{74011F46-EC2F-41FB-A63A-4BD4870F8962}" destId="{82BCAC57-5330-4DE4-9C1C-6C12637E96BE}" srcOrd="0" destOrd="0" presId="urn:microsoft.com/office/officeart/2016/7/layout/LinearArrowProcessNumbered"/>
    <dgm:cxn modelId="{2F3DE58B-62DF-491A-A39C-0AFDAD3BB4F9}" type="presOf" srcId="{ED89B70F-967B-4608-9DB1-EA79150416F9}" destId="{5D5690DA-4BD3-496C-BC54-18D64BA553B3}" srcOrd="0" destOrd="0" presId="urn:microsoft.com/office/officeart/2016/7/layout/LinearArrowProcessNumbered"/>
    <dgm:cxn modelId="{29CD8A97-7F21-4F21-AE39-A79123C5300B}" srcId="{BB9CAE9D-BB70-4186-BA41-2090109D839A}" destId="{6E353288-3EA8-410D-87CA-1382138F814E}" srcOrd="0" destOrd="0" parTransId="{5F09DD90-30EE-4861-BFF9-CB9DE120A9F7}" sibTransId="{74011F46-EC2F-41FB-A63A-4BD4870F8962}"/>
    <dgm:cxn modelId="{76F4A7A8-8C19-44D5-A838-3FFF4353191B}" type="presOf" srcId="{2E46E80A-BCBF-471B-B233-DFC7699F7CA0}" destId="{31070D11-50CF-47AE-8217-34A185BC6A96}" srcOrd="0" destOrd="0" presId="urn:microsoft.com/office/officeart/2016/7/layout/LinearArrowProcessNumbered"/>
    <dgm:cxn modelId="{1A8297BB-18FD-43D0-9E4C-654FA89B870A}" type="presOf" srcId="{6EF12430-7BB2-46D3-A49B-C9806A9B2698}" destId="{3E110756-30D3-4442-AC2A-307D55163ECB}" srcOrd="0" destOrd="0" presId="urn:microsoft.com/office/officeart/2016/7/layout/LinearArrowProcessNumbered"/>
    <dgm:cxn modelId="{30AAEDBC-B75E-4AC1-BF60-E4A75D89B66F}" srcId="{BB9CAE9D-BB70-4186-BA41-2090109D839A}" destId="{2E46E80A-BCBF-471B-B233-DFC7699F7CA0}" srcOrd="2" destOrd="0" parTransId="{DB6CC654-FE70-4BFC-BA44-DA6E9E6D36F5}" sibTransId="{2AE99044-3680-4646-974B-0C529CAD5F45}"/>
    <dgm:cxn modelId="{D5F0DAF5-E538-4665-956F-6CE6183CC774}" type="presOf" srcId="{6E353288-3EA8-410D-87CA-1382138F814E}" destId="{873E8AF3-03E9-4240-A542-A6A6A027BC96}" srcOrd="0" destOrd="0" presId="urn:microsoft.com/office/officeart/2016/7/layout/LinearArrowProcessNumbered"/>
    <dgm:cxn modelId="{9EEB6511-3C2A-4CB0-98E7-984EBBE8E649}" type="presParOf" srcId="{2D1B849E-B623-4D80-A81A-C0E7C12EDCF7}" destId="{FE39AE0D-0ED0-41F4-889B-ACFD42AE66BE}" srcOrd="0" destOrd="0" presId="urn:microsoft.com/office/officeart/2016/7/layout/LinearArrowProcessNumbered"/>
    <dgm:cxn modelId="{889021BD-E8EA-4276-83C5-142981E34660}" type="presParOf" srcId="{FE39AE0D-0ED0-41F4-889B-ACFD42AE66BE}" destId="{94D3749A-2F47-4260-B672-95D2259872F8}" srcOrd="0" destOrd="0" presId="urn:microsoft.com/office/officeart/2016/7/layout/LinearArrowProcessNumbered"/>
    <dgm:cxn modelId="{D163CB65-ED43-4E12-92C9-F8D4A9AA3583}" type="presParOf" srcId="{FE39AE0D-0ED0-41F4-889B-ACFD42AE66BE}" destId="{912000AC-8055-4161-91F5-AA9580233EE4}" srcOrd="1" destOrd="0" presId="urn:microsoft.com/office/officeart/2016/7/layout/LinearArrowProcessNumbered"/>
    <dgm:cxn modelId="{06F4811E-E0B4-4B40-ACFB-27CEBC2DBC8B}" type="presParOf" srcId="{912000AC-8055-4161-91F5-AA9580233EE4}" destId="{1B3D42D7-34CC-47C7-9928-1EE024A4BD03}" srcOrd="0" destOrd="0" presId="urn:microsoft.com/office/officeart/2016/7/layout/LinearArrowProcessNumbered"/>
    <dgm:cxn modelId="{350AE1E5-939D-458A-A39D-0E028D4C4997}" type="presParOf" srcId="{912000AC-8055-4161-91F5-AA9580233EE4}" destId="{C68D125F-EB94-4012-9EFA-5FC1DB5B039C}" srcOrd="1" destOrd="0" presId="urn:microsoft.com/office/officeart/2016/7/layout/LinearArrowProcessNumbered"/>
    <dgm:cxn modelId="{65071076-6086-489B-8ECD-B74EB8156CA5}" type="presParOf" srcId="{912000AC-8055-4161-91F5-AA9580233EE4}" destId="{82BCAC57-5330-4DE4-9C1C-6C12637E96BE}" srcOrd="2" destOrd="0" presId="urn:microsoft.com/office/officeart/2016/7/layout/LinearArrowProcessNumbered"/>
    <dgm:cxn modelId="{97BD6DEB-590F-49E4-8FB7-FF2CC53847D9}" type="presParOf" srcId="{912000AC-8055-4161-91F5-AA9580233EE4}" destId="{35078EAB-95BE-4749-94A9-E492A6361D2A}" srcOrd="3" destOrd="0" presId="urn:microsoft.com/office/officeart/2016/7/layout/LinearArrowProcessNumbered"/>
    <dgm:cxn modelId="{F391FEAF-944C-4655-BA89-94462FFEE086}" type="presParOf" srcId="{FE39AE0D-0ED0-41F4-889B-ACFD42AE66BE}" destId="{873E8AF3-03E9-4240-A542-A6A6A027BC96}" srcOrd="2" destOrd="0" presId="urn:microsoft.com/office/officeart/2016/7/layout/LinearArrowProcessNumbered"/>
    <dgm:cxn modelId="{49BFC8AD-BF9E-4907-A967-41F4BBAA9CB8}" type="presParOf" srcId="{2D1B849E-B623-4D80-A81A-C0E7C12EDCF7}" destId="{5DFB91C1-873D-4082-8E0A-3F103BF02B3C}" srcOrd="1" destOrd="0" presId="urn:microsoft.com/office/officeart/2016/7/layout/LinearArrowProcessNumbered"/>
    <dgm:cxn modelId="{BD20E9B6-189F-417A-A629-29B036877BF5}" type="presParOf" srcId="{2D1B849E-B623-4D80-A81A-C0E7C12EDCF7}" destId="{B62DE8FB-FB36-4B09-B444-A4A91A196E6B}" srcOrd="2" destOrd="0" presId="urn:microsoft.com/office/officeart/2016/7/layout/LinearArrowProcessNumbered"/>
    <dgm:cxn modelId="{910A0D51-B250-414D-990C-3BF78B4CD33F}" type="presParOf" srcId="{B62DE8FB-FB36-4B09-B444-A4A91A196E6B}" destId="{0CF4F652-C879-412B-A41F-4DF5C79E56B4}" srcOrd="0" destOrd="0" presId="urn:microsoft.com/office/officeart/2016/7/layout/LinearArrowProcessNumbered"/>
    <dgm:cxn modelId="{94FD6BA1-F54D-401A-A6EB-FC392E96CE95}" type="presParOf" srcId="{B62DE8FB-FB36-4B09-B444-A4A91A196E6B}" destId="{1495583A-CD75-4EC4-B3B8-C18BEAA81C27}" srcOrd="1" destOrd="0" presId="urn:microsoft.com/office/officeart/2016/7/layout/LinearArrowProcessNumbered"/>
    <dgm:cxn modelId="{93800B83-A0AB-4DAD-951A-217317E25EC7}" type="presParOf" srcId="{1495583A-CD75-4EC4-B3B8-C18BEAA81C27}" destId="{07C7EC6D-9B70-4F52-8A4E-936BAA7696D8}" srcOrd="0" destOrd="0" presId="urn:microsoft.com/office/officeart/2016/7/layout/LinearArrowProcessNumbered"/>
    <dgm:cxn modelId="{2BC4CDCF-5397-4A19-A505-9F420289AC63}" type="presParOf" srcId="{1495583A-CD75-4EC4-B3B8-C18BEAA81C27}" destId="{44BF0780-A98F-4252-8B90-7F6C6EB6D66A}" srcOrd="1" destOrd="0" presId="urn:microsoft.com/office/officeart/2016/7/layout/LinearArrowProcessNumbered"/>
    <dgm:cxn modelId="{D6690C17-E827-4B92-B8DC-2C0EC92C931E}" type="presParOf" srcId="{1495583A-CD75-4EC4-B3B8-C18BEAA81C27}" destId="{5D5690DA-4BD3-496C-BC54-18D64BA553B3}" srcOrd="2" destOrd="0" presId="urn:microsoft.com/office/officeart/2016/7/layout/LinearArrowProcessNumbered"/>
    <dgm:cxn modelId="{AF97964A-6798-441E-BF7F-4E9A19EDBEA6}" type="presParOf" srcId="{1495583A-CD75-4EC4-B3B8-C18BEAA81C27}" destId="{7043AFC2-1C05-4711-8720-3BB0E1DBD7FB}" srcOrd="3" destOrd="0" presId="urn:microsoft.com/office/officeart/2016/7/layout/LinearArrowProcessNumbered"/>
    <dgm:cxn modelId="{D0035015-D39C-41AD-89E2-8241E9A21EF6}" type="presParOf" srcId="{B62DE8FB-FB36-4B09-B444-A4A91A196E6B}" destId="{3E110756-30D3-4442-AC2A-307D55163ECB}" srcOrd="2" destOrd="0" presId="urn:microsoft.com/office/officeart/2016/7/layout/LinearArrowProcessNumbered"/>
    <dgm:cxn modelId="{F38DD726-94E7-4965-BFE1-A2118122C051}" type="presParOf" srcId="{2D1B849E-B623-4D80-A81A-C0E7C12EDCF7}" destId="{09785545-602A-4B4C-AEF7-20B9218B61AA}" srcOrd="3" destOrd="0" presId="urn:microsoft.com/office/officeart/2016/7/layout/LinearArrowProcessNumbered"/>
    <dgm:cxn modelId="{828338F4-5B04-4820-B323-C71A86C69F1C}" type="presParOf" srcId="{2D1B849E-B623-4D80-A81A-C0E7C12EDCF7}" destId="{A61D9BF8-5E10-4D29-8E2E-F8B4A33168EF}" srcOrd="4" destOrd="0" presId="urn:microsoft.com/office/officeart/2016/7/layout/LinearArrowProcessNumbered"/>
    <dgm:cxn modelId="{02EA9D31-0B27-4E24-A531-47A8B3F03321}" type="presParOf" srcId="{A61D9BF8-5E10-4D29-8E2E-F8B4A33168EF}" destId="{8CDCF3A4-FB31-47A2-8D87-C1AB3A74B931}" srcOrd="0" destOrd="0" presId="urn:microsoft.com/office/officeart/2016/7/layout/LinearArrowProcessNumbered"/>
    <dgm:cxn modelId="{28779FD8-0473-4871-AE12-189BBAC6289E}" type="presParOf" srcId="{A61D9BF8-5E10-4D29-8E2E-F8B4A33168EF}" destId="{10D98D8D-127E-4FA3-A3F5-7A4AD18861B2}" srcOrd="1" destOrd="0" presId="urn:microsoft.com/office/officeart/2016/7/layout/LinearArrowProcessNumbered"/>
    <dgm:cxn modelId="{E7DCCD3C-056D-4E50-AA11-70CF9EC04BEB}" type="presParOf" srcId="{10D98D8D-127E-4FA3-A3F5-7A4AD18861B2}" destId="{A7CB876F-574B-4966-B364-1ACA28677F0C}" srcOrd="0" destOrd="0" presId="urn:microsoft.com/office/officeart/2016/7/layout/LinearArrowProcessNumbered"/>
    <dgm:cxn modelId="{A9CA6FCC-1C50-4C0C-BCD5-8D86303286ED}" type="presParOf" srcId="{10D98D8D-127E-4FA3-A3F5-7A4AD18861B2}" destId="{71FC4B1F-DF18-46FB-B31C-8837D2E269B1}" srcOrd="1" destOrd="0" presId="urn:microsoft.com/office/officeart/2016/7/layout/LinearArrowProcessNumbered"/>
    <dgm:cxn modelId="{7D0725F1-EE29-4BCA-B360-4B2811D33DFF}" type="presParOf" srcId="{10D98D8D-127E-4FA3-A3F5-7A4AD18861B2}" destId="{19F51029-90BD-4B3D-AB64-D27FB134335A}" srcOrd="2" destOrd="0" presId="urn:microsoft.com/office/officeart/2016/7/layout/LinearArrowProcessNumbered"/>
    <dgm:cxn modelId="{75A8812A-BDF4-4ED1-9FDE-C35089A2C405}" type="presParOf" srcId="{10D98D8D-127E-4FA3-A3F5-7A4AD18861B2}" destId="{44388591-98BC-4883-BAC5-740C6D385303}" srcOrd="3" destOrd="0" presId="urn:microsoft.com/office/officeart/2016/7/layout/LinearArrowProcessNumbered"/>
    <dgm:cxn modelId="{354FC3BB-778C-402E-8C09-BFD3D68B161C}" type="presParOf" srcId="{A61D9BF8-5E10-4D29-8E2E-F8B4A33168EF}" destId="{31070D11-50CF-47AE-8217-34A185BC6A96}" srcOrd="2" destOrd="0" presId="urn:microsoft.com/office/officeart/2016/7/layout/LinearArrowProcessNumbered"/>
    <dgm:cxn modelId="{B47C0E42-3A27-444B-9B33-F31EC38A665F}" type="presParOf" srcId="{2D1B849E-B623-4D80-A81A-C0E7C12EDCF7}" destId="{8C16E886-5D1A-494B-96F7-75C64D90B7C2}" srcOrd="5" destOrd="0" presId="urn:microsoft.com/office/officeart/2016/7/layout/LinearArrowProcessNumbered"/>
    <dgm:cxn modelId="{87BC204B-A3EE-4F07-AD19-2A211E9A16E0}" type="presParOf" srcId="{2D1B849E-B623-4D80-A81A-C0E7C12EDCF7}" destId="{2FCB4BEE-8754-4C28-92BC-69C559055C0F}" srcOrd="6" destOrd="0" presId="urn:microsoft.com/office/officeart/2016/7/layout/LinearArrowProcessNumbered"/>
    <dgm:cxn modelId="{F54F4300-8FEC-4D85-B3FD-3F0AD893BC2F}" type="presParOf" srcId="{2FCB4BEE-8754-4C28-92BC-69C559055C0F}" destId="{7E79206D-3902-43A9-9478-C21E698A2B25}" srcOrd="0" destOrd="0" presId="urn:microsoft.com/office/officeart/2016/7/layout/LinearArrowProcessNumbered"/>
    <dgm:cxn modelId="{34629CEE-6D20-4B1A-92C7-F17188F68C43}" type="presParOf" srcId="{2FCB4BEE-8754-4C28-92BC-69C559055C0F}" destId="{603BAA26-DB5A-456C-939F-10FD928C2DFA}" srcOrd="1" destOrd="0" presId="urn:microsoft.com/office/officeart/2016/7/layout/LinearArrowProcessNumbered"/>
    <dgm:cxn modelId="{DDE5FF02-110B-41B1-868A-C00EB8315D57}" type="presParOf" srcId="{603BAA26-DB5A-456C-939F-10FD928C2DFA}" destId="{BB8AF174-DB18-40B4-9F1D-BE37568369F5}" srcOrd="0" destOrd="0" presId="urn:microsoft.com/office/officeart/2016/7/layout/LinearArrowProcessNumbered"/>
    <dgm:cxn modelId="{50338972-69D6-43FD-A9DB-B52212A871AF}" type="presParOf" srcId="{603BAA26-DB5A-456C-939F-10FD928C2DFA}" destId="{32E9DB16-5D27-4916-B033-06D1EA8C9EBA}" srcOrd="1" destOrd="0" presId="urn:microsoft.com/office/officeart/2016/7/layout/LinearArrowProcessNumbered"/>
    <dgm:cxn modelId="{FF5B805B-D8A7-4A98-B8E9-3A8FF9C4A46C}" type="presParOf" srcId="{603BAA26-DB5A-456C-939F-10FD928C2DFA}" destId="{B0180C1F-5B89-4CED-B59A-67D3AD893C64}" srcOrd="2" destOrd="0" presId="urn:microsoft.com/office/officeart/2016/7/layout/LinearArrowProcessNumbered"/>
    <dgm:cxn modelId="{44C6C69E-88DD-4FE5-8A5C-C39B696CAF75}" type="presParOf" srcId="{603BAA26-DB5A-456C-939F-10FD928C2DFA}" destId="{4B0B145B-A650-416A-A65C-4659D6A78A5D}" srcOrd="3" destOrd="0" presId="urn:microsoft.com/office/officeart/2016/7/layout/LinearArrowProcessNumbered"/>
    <dgm:cxn modelId="{80F17CE4-A93C-4BE8-97FA-CAA5D153E4BE}" type="presParOf" srcId="{2FCB4BEE-8754-4C28-92BC-69C559055C0F}" destId="{EC5273CA-10AD-46C4-9812-854125604A57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DA7355-36B4-443B-AF40-658F7FECCF0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19DA8CB-F312-4A65-9BEA-BEA0EEA2FFFF}">
      <dgm:prSet/>
      <dgm:spPr/>
      <dgm:t>
        <a:bodyPr/>
        <a:lstStyle/>
        <a:p>
          <a:pPr>
            <a:defRPr cap="all"/>
          </a:pPr>
          <a:r>
            <a:rPr lang="en-US"/>
            <a:t>GET https://api.github.com/repos/{owner}/{repo}</a:t>
          </a:r>
        </a:p>
      </dgm:t>
    </dgm:pt>
    <dgm:pt modelId="{AF574EFD-F5AE-4C6C-A9E5-292BF532955E}" type="parTrans" cxnId="{76579B15-CE2E-4A8C-BDF8-C3B3452F5399}">
      <dgm:prSet/>
      <dgm:spPr/>
      <dgm:t>
        <a:bodyPr/>
        <a:lstStyle/>
        <a:p>
          <a:endParaRPr lang="en-US"/>
        </a:p>
      </dgm:t>
    </dgm:pt>
    <dgm:pt modelId="{CA1B51AD-3C5E-40F8-B3C1-6843235A28B1}" type="sibTrans" cxnId="{76579B15-CE2E-4A8C-BDF8-C3B3452F5399}">
      <dgm:prSet/>
      <dgm:spPr/>
      <dgm:t>
        <a:bodyPr/>
        <a:lstStyle/>
        <a:p>
          <a:endParaRPr lang="en-US"/>
        </a:p>
      </dgm:t>
    </dgm:pt>
    <dgm:pt modelId="{4127C37D-8B8E-42F3-B97A-12229F324129}">
      <dgm:prSet/>
      <dgm:spPr/>
      <dgm:t>
        <a:bodyPr/>
        <a:lstStyle/>
        <a:p>
          <a:pPr>
            <a:defRPr cap="all"/>
          </a:pPr>
          <a:r>
            <a:rPr lang="en-US"/>
            <a:t>Returns repository metadata.</a:t>
          </a:r>
        </a:p>
      </dgm:t>
    </dgm:pt>
    <dgm:pt modelId="{1D7E972F-3471-4A92-B2C5-2042B001EDAC}" type="parTrans" cxnId="{F39FB104-9213-4B69-864D-062837F2285B}">
      <dgm:prSet/>
      <dgm:spPr/>
      <dgm:t>
        <a:bodyPr/>
        <a:lstStyle/>
        <a:p>
          <a:endParaRPr lang="en-US"/>
        </a:p>
      </dgm:t>
    </dgm:pt>
    <dgm:pt modelId="{9777D281-F7E5-4F17-86AE-AF3DC966C569}" type="sibTrans" cxnId="{F39FB104-9213-4B69-864D-062837F2285B}">
      <dgm:prSet/>
      <dgm:spPr/>
      <dgm:t>
        <a:bodyPr/>
        <a:lstStyle/>
        <a:p>
          <a:endParaRPr lang="en-US"/>
        </a:p>
      </dgm:t>
    </dgm:pt>
    <dgm:pt modelId="{1BD97DA6-35AB-4BB5-B62F-C7638D5119BE}" type="pres">
      <dgm:prSet presAssocID="{9ADA7355-36B4-443B-AF40-658F7FECCF0E}" presName="root" presStyleCnt="0">
        <dgm:presLayoutVars>
          <dgm:dir/>
          <dgm:resizeHandles val="exact"/>
        </dgm:presLayoutVars>
      </dgm:prSet>
      <dgm:spPr/>
    </dgm:pt>
    <dgm:pt modelId="{40F00EFB-5469-47DD-9D1D-99D9B7742834}" type="pres">
      <dgm:prSet presAssocID="{019DA8CB-F312-4A65-9BEA-BEA0EEA2FFFF}" presName="compNode" presStyleCnt="0"/>
      <dgm:spPr/>
    </dgm:pt>
    <dgm:pt modelId="{E401F832-FDF0-4C84-90A5-FC037074568F}" type="pres">
      <dgm:prSet presAssocID="{019DA8CB-F312-4A65-9BEA-BEA0EEA2FFFF}" presName="iconBgRect" presStyleLbl="bgShp" presStyleIdx="0" presStyleCnt="2"/>
      <dgm:spPr/>
    </dgm:pt>
    <dgm:pt modelId="{931ED2D5-4642-4BE1-B728-1E6D5B7200AA}" type="pres">
      <dgm:prSet presAssocID="{019DA8CB-F312-4A65-9BEA-BEA0EEA2FFF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9BAA71E-1ECD-4221-B315-4F0E8EF34738}" type="pres">
      <dgm:prSet presAssocID="{019DA8CB-F312-4A65-9BEA-BEA0EEA2FFFF}" presName="spaceRect" presStyleCnt="0"/>
      <dgm:spPr/>
    </dgm:pt>
    <dgm:pt modelId="{1CFF2650-6778-470E-B339-ABA19164F636}" type="pres">
      <dgm:prSet presAssocID="{019DA8CB-F312-4A65-9BEA-BEA0EEA2FFFF}" presName="textRect" presStyleLbl="revTx" presStyleIdx="0" presStyleCnt="2">
        <dgm:presLayoutVars>
          <dgm:chMax val="1"/>
          <dgm:chPref val="1"/>
        </dgm:presLayoutVars>
      </dgm:prSet>
      <dgm:spPr/>
    </dgm:pt>
    <dgm:pt modelId="{7DBCA546-5E2A-43C3-AE8B-4619D408A37D}" type="pres">
      <dgm:prSet presAssocID="{CA1B51AD-3C5E-40F8-B3C1-6843235A28B1}" presName="sibTrans" presStyleCnt="0"/>
      <dgm:spPr/>
    </dgm:pt>
    <dgm:pt modelId="{9577BFAD-12CA-4FAC-ACE6-18E2E8FC07E4}" type="pres">
      <dgm:prSet presAssocID="{4127C37D-8B8E-42F3-B97A-12229F324129}" presName="compNode" presStyleCnt="0"/>
      <dgm:spPr/>
    </dgm:pt>
    <dgm:pt modelId="{E7221F5C-43CE-4B76-91FE-47767D74FC47}" type="pres">
      <dgm:prSet presAssocID="{4127C37D-8B8E-42F3-B97A-12229F324129}" presName="iconBgRect" presStyleLbl="bgShp" presStyleIdx="1" presStyleCnt="2"/>
      <dgm:spPr/>
    </dgm:pt>
    <dgm:pt modelId="{A8D46905-ED28-4385-9C76-4F8287263F1A}" type="pres">
      <dgm:prSet presAssocID="{4127C37D-8B8E-42F3-B97A-12229F32412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15DEEAC-8D46-4088-BF4B-3733856A3AAE}" type="pres">
      <dgm:prSet presAssocID="{4127C37D-8B8E-42F3-B97A-12229F324129}" presName="spaceRect" presStyleCnt="0"/>
      <dgm:spPr/>
    </dgm:pt>
    <dgm:pt modelId="{B3D5FAD9-5727-4C50-8377-B4B2BA10A061}" type="pres">
      <dgm:prSet presAssocID="{4127C37D-8B8E-42F3-B97A-12229F3241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39FB104-9213-4B69-864D-062837F2285B}" srcId="{9ADA7355-36B4-443B-AF40-658F7FECCF0E}" destId="{4127C37D-8B8E-42F3-B97A-12229F324129}" srcOrd="1" destOrd="0" parTransId="{1D7E972F-3471-4A92-B2C5-2042B001EDAC}" sibTransId="{9777D281-F7E5-4F17-86AE-AF3DC966C569}"/>
    <dgm:cxn modelId="{797DB504-394E-4CE1-9404-0EBAFED49985}" type="presOf" srcId="{4127C37D-8B8E-42F3-B97A-12229F324129}" destId="{B3D5FAD9-5727-4C50-8377-B4B2BA10A061}" srcOrd="0" destOrd="0" presId="urn:microsoft.com/office/officeart/2018/5/layout/IconCircleLabelList"/>
    <dgm:cxn modelId="{76579B15-CE2E-4A8C-BDF8-C3B3452F5399}" srcId="{9ADA7355-36B4-443B-AF40-658F7FECCF0E}" destId="{019DA8CB-F312-4A65-9BEA-BEA0EEA2FFFF}" srcOrd="0" destOrd="0" parTransId="{AF574EFD-F5AE-4C6C-A9E5-292BF532955E}" sibTransId="{CA1B51AD-3C5E-40F8-B3C1-6843235A28B1}"/>
    <dgm:cxn modelId="{31A63F70-CC7D-4DE1-8257-8E640734D32F}" type="presOf" srcId="{9ADA7355-36B4-443B-AF40-658F7FECCF0E}" destId="{1BD97DA6-35AB-4BB5-B62F-C7638D5119BE}" srcOrd="0" destOrd="0" presId="urn:microsoft.com/office/officeart/2018/5/layout/IconCircleLabelList"/>
    <dgm:cxn modelId="{9677DC9E-79FA-4D6A-BEBE-A75DC075BCDA}" type="presOf" srcId="{019DA8CB-F312-4A65-9BEA-BEA0EEA2FFFF}" destId="{1CFF2650-6778-470E-B339-ABA19164F636}" srcOrd="0" destOrd="0" presId="urn:microsoft.com/office/officeart/2018/5/layout/IconCircleLabelList"/>
    <dgm:cxn modelId="{8D3675B2-C47F-46F8-875E-41E6CD9428CB}" type="presParOf" srcId="{1BD97DA6-35AB-4BB5-B62F-C7638D5119BE}" destId="{40F00EFB-5469-47DD-9D1D-99D9B7742834}" srcOrd="0" destOrd="0" presId="urn:microsoft.com/office/officeart/2018/5/layout/IconCircleLabelList"/>
    <dgm:cxn modelId="{37158F56-06A9-48C6-BC21-0CE924EE621B}" type="presParOf" srcId="{40F00EFB-5469-47DD-9D1D-99D9B7742834}" destId="{E401F832-FDF0-4C84-90A5-FC037074568F}" srcOrd="0" destOrd="0" presId="urn:microsoft.com/office/officeart/2018/5/layout/IconCircleLabelList"/>
    <dgm:cxn modelId="{156E5C95-358B-4BD2-8551-59BED49F04CF}" type="presParOf" srcId="{40F00EFB-5469-47DD-9D1D-99D9B7742834}" destId="{931ED2D5-4642-4BE1-B728-1E6D5B7200AA}" srcOrd="1" destOrd="0" presId="urn:microsoft.com/office/officeart/2018/5/layout/IconCircleLabelList"/>
    <dgm:cxn modelId="{0A81EDE9-2FFF-432D-B50D-DC0F2C9D6D1E}" type="presParOf" srcId="{40F00EFB-5469-47DD-9D1D-99D9B7742834}" destId="{09BAA71E-1ECD-4221-B315-4F0E8EF34738}" srcOrd="2" destOrd="0" presId="urn:microsoft.com/office/officeart/2018/5/layout/IconCircleLabelList"/>
    <dgm:cxn modelId="{4D10F00A-B1A2-4C20-856D-D3CD2268044E}" type="presParOf" srcId="{40F00EFB-5469-47DD-9D1D-99D9B7742834}" destId="{1CFF2650-6778-470E-B339-ABA19164F636}" srcOrd="3" destOrd="0" presId="urn:microsoft.com/office/officeart/2018/5/layout/IconCircleLabelList"/>
    <dgm:cxn modelId="{9804B09B-19C4-4156-BF86-3766080AB4B4}" type="presParOf" srcId="{1BD97DA6-35AB-4BB5-B62F-C7638D5119BE}" destId="{7DBCA546-5E2A-43C3-AE8B-4619D408A37D}" srcOrd="1" destOrd="0" presId="urn:microsoft.com/office/officeart/2018/5/layout/IconCircleLabelList"/>
    <dgm:cxn modelId="{68EA542C-BFC5-4FDC-8D5D-A7F4B12100BF}" type="presParOf" srcId="{1BD97DA6-35AB-4BB5-B62F-C7638D5119BE}" destId="{9577BFAD-12CA-4FAC-ACE6-18E2E8FC07E4}" srcOrd="2" destOrd="0" presId="urn:microsoft.com/office/officeart/2018/5/layout/IconCircleLabelList"/>
    <dgm:cxn modelId="{EC0E1FD1-36D4-4F72-88E5-D97D7F7B1CF3}" type="presParOf" srcId="{9577BFAD-12CA-4FAC-ACE6-18E2E8FC07E4}" destId="{E7221F5C-43CE-4B76-91FE-47767D74FC47}" srcOrd="0" destOrd="0" presId="urn:microsoft.com/office/officeart/2018/5/layout/IconCircleLabelList"/>
    <dgm:cxn modelId="{648ADBE3-112C-4DA7-A431-335B4A0C48D8}" type="presParOf" srcId="{9577BFAD-12CA-4FAC-ACE6-18E2E8FC07E4}" destId="{A8D46905-ED28-4385-9C76-4F8287263F1A}" srcOrd="1" destOrd="0" presId="urn:microsoft.com/office/officeart/2018/5/layout/IconCircleLabelList"/>
    <dgm:cxn modelId="{501611FA-D2AB-494B-A202-3CA9C2A7BE41}" type="presParOf" srcId="{9577BFAD-12CA-4FAC-ACE6-18E2E8FC07E4}" destId="{415DEEAC-8D46-4088-BF4B-3733856A3AAE}" srcOrd="2" destOrd="0" presId="urn:microsoft.com/office/officeart/2018/5/layout/IconCircleLabelList"/>
    <dgm:cxn modelId="{88F30A9C-8D69-4919-BC33-3B45CC9BC518}" type="presParOf" srcId="{9577BFAD-12CA-4FAC-ACE6-18E2E8FC07E4}" destId="{B3D5FAD9-5727-4C50-8377-B4B2BA10A06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A3C44B-E381-487E-911E-C92A257E480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F2365FE-248C-4F80-86D7-667B7E3FAE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Input:                                                     </a:t>
          </a:r>
          <a:r>
            <a:rPr lang="en-US" dirty="0"/>
            <a:t>{url: https://github.com/n8n- io/n8n}</a:t>
          </a:r>
        </a:p>
      </dgm:t>
    </dgm:pt>
    <dgm:pt modelId="{5053E258-9172-4E35-9D0B-7DE42E01E55B}" type="parTrans" cxnId="{B60B82BC-0352-4204-B28F-E4755B65F17E}">
      <dgm:prSet/>
      <dgm:spPr/>
      <dgm:t>
        <a:bodyPr/>
        <a:lstStyle/>
        <a:p>
          <a:endParaRPr lang="en-US"/>
        </a:p>
      </dgm:t>
    </dgm:pt>
    <dgm:pt modelId="{E96735EF-0F92-4F5D-84DE-C24CF169A4EA}" type="sibTrans" cxnId="{B60B82BC-0352-4204-B28F-E4755B65F17E}">
      <dgm:prSet/>
      <dgm:spPr/>
      <dgm:t>
        <a:bodyPr/>
        <a:lstStyle/>
        <a:p>
          <a:endParaRPr lang="en-US"/>
        </a:p>
      </dgm:t>
    </dgm:pt>
    <dgm:pt modelId="{5ACF7413-B62E-4DC7-98D4-9559B0A8D8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Output:                           </a:t>
          </a:r>
        </a:p>
        <a:p>
          <a:pPr>
            <a:lnSpc>
              <a:spcPct val="100000"/>
            </a:lnSpc>
          </a:pPr>
          <a:r>
            <a:rPr lang="en-US" dirty="0"/>
            <a:t>Repository, Stars, Forks, Issues, Branch</a:t>
          </a:r>
        </a:p>
      </dgm:t>
    </dgm:pt>
    <dgm:pt modelId="{6E4140A2-0853-4704-9BAB-340D4FFC35AE}" type="parTrans" cxnId="{C676621D-55C2-45E4-B460-DCA80F65069E}">
      <dgm:prSet/>
      <dgm:spPr/>
      <dgm:t>
        <a:bodyPr/>
        <a:lstStyle/>
        <a:p>
          <a:endParaRPr lang="en-US"/>
        </a:p>
      </dgm:t>
    </dgm:pt>
    <dgm:pt modelId="{5EE79333-8C85-4537-81ED-DBB3AC9DD7B1}" type="sibTrans" cxnId="{C676621D-55C2-45E4-B460-DCA80F65069E}">
      <dgm:prSet/>
      <dgm:spPr/>
      <dgm:t>
        <a:bodyPr/>
        <a:lstStyle/>
        <a:p>
          <a:endParaRPr lang="en-US"/>
        </a:p>
      </dgm:t>
    </dgm:pt>
    <dgm:pt modelId="{6254E043-43FA-4E3A-BA32-A360119FCE4C}" type="pres">
      <dgm:prSet presAssocID="{7AA3C44B-E381-487E-911E-C92A257E4802}" presName="root" presStyleCnt="0">
        <dgm:presLayoutVars>
          <dgm:dir/>
          <dgm:resizeHandles val="exact"/>
        </dgm:presLayoutVars>
      </dgm:prSet>
      <dgm:spPr/>
    </dgm:pt>
    <dgm:pt modelId="{12C28835-F1B6-4CBD-A9DC-EFA89CA5EFDB}" type="pres">
      <dgm:prSet presAssocID="{DF2365FE-248C-4F80-86D7-667B7E3FAE3B}" presName="compNode" presStyleCnt="0"/>
      <dgm:spPr/>
    </dgm:pt>
    <dgm:pt modelId="{ADC59ADA-0F0A-46A8-97DB-6C2052EC6179}" type="pres">
      <dgm:prSet presAssocID="{DF2365FE-248C-4F80-86D7-667B7E3FAE3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5E7316B-B783-4CBB-B3C2-0969C2F4B2AA}" type="pres">
      <dgm:prSet presAssocID="{DF2365FE-248C-4F80-86D7-667B7E3FAE3B}" presName="spaceRect" presStyleCnt="0"/>
      <dgm:spPr/>
    </dgm:pt>
    <dgm:pt modelId="{25752211-1E26-4DCD-99B7-C7EC6C3BB702}" type="pres">
      <dgm:prSet presAssocID="{DF2365FE-248C-4F80-86D7-667B7E3FAE3B}" presName="textRect" presStyleLbl="revTx" presStyleIdx="0" presStyleCnt="2">
        <dgm:presLayoutVars>
          <dgm:chMax val="1"/>
          <dgm:chPref val="1"/>
        </dgm:presLayoutVars>
      </dgm:prSet>
      <dgm:spPr/>
    </dgm:pt>
    <dgm:pt modelId="{5D9C56B9-0464-43E9-BCAB-5224B6F75726}" type="pres">
      <dgm:prSet presAssocID="{E96735EF-0F92-4F5D-84DE-C24CF169A4EA}" presName="sibTrans" presStyleCnt="0"/>
      <dgm:spPr/>
    </dgm:pt>
    <dgm:pt modelId="{3EF04BD0-13B4-4214-83AB-36E0A69B9D9B}" type="pres">
      <dgm:prSet presAssocID="{5ACF7413-B62E-4DC7-98D4-9559B0A8D8C0}" presName="compNode" presStyleCnt="0"/>
      <dgm:spPr/>
    </dgm:pt>
    <dgm:pt modelId="{6D6E4E5A-267E-4DC5-B2FB-C60118C9DC1F}" type="pres">
      <dgm:prSet presAssocID="{5ACF7413-B62E-4DC7-98D4-9559B0A8D8C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on Viewing Ceremony"/>
        </a:ext>
      </dgm:extLst>
    </dgm:pt>
    <dgm:pt modelId="{DCEE8595-7049-40A8-AE75-BB63A4553CB2}" type="pres">
      <dgm:prSet presAssocID="{5ACF7413-B62E-4DC7-98D4-9559B0A8D8C0}" presName="spaceRect" presStyleCnt="0"/>
      <dgm:spPr/>
    </dgm:pt>
    <dgm:pt modelId="{3BE6EF48-C0D1-410E-8986-4EBDC2D4E36F}" type="pres">
      <dgm:prSet presAssocID="{5ACF7413-B62E-4DC7-98D4-9559B0A8D8C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676621D-55C2-45E4-B460-DCA80F65069E}" srcId="{7AA3C44B-E381-487E-911E-C92A257E4802}" destId="{5ACF7413-B62E-4DC7-98D4-9559B0A8D8C0}" srcOrd="1" destOrd="0" parTransId="{6E4140A2-0853-4704-9BAB-340D4FFC35AE}" sibTransId="{5EE79333-8C85-4537-81ED-DBB3AC9DD7B1}"/>
    <dgm:cxn modelId="{18560F40-7704-4F28-9ACF-65ED153599C6}" type="presOf" srcId="{DF2365FE-248C-4F80-86D7-667B7E3FAE3B}" destId="{25752211-1E26-4DCD-99B7-C7EC6C3BB702}" srcOrd="0" destOrd="0" presId="urn:microsoft.com/office/officeart/2018/2/layout/IconLabelList"/>
    <dgm:cxn modelId="{36400384-7C79-4466-ADD0-7859D5F4BAF5}" type="presOf" srcId="{5ACF7413-B62E-4DC7-98D4-9559B0A8D8C0}" destId="{3BE6EF48-C0D1-410E-8986-4EBDC2D4E36F}" srcOrd="0" destOrd="0" presId="urn:microsoft.com/office/officeart/2018/2/layout/IconLabelList"/>
    <dgm:cxn modelId="{67250986-CF3B-4F1C-827A-7D41F7B93099}" type="presOf" srcId="{7AA3C44B-E381-487E-911E-C92A257E4802}" destId="{6254E043-43FA-4E3A-BA32-A360119FCE4C}" srcOrd="0" destOrd="0" presId="urn:microsoft.com/office/officeart/2018/2/layout/IconLabelList"/>
    <dgm:cxn modelId="{B60B82BC-0352-4204-B28F-E4755B65F17E}" srcId="{7AA3C44B-E381-487E-911E-C92A257E4802}" destId="{DF2365FE-248C-4F80-86D7-667B7E3FAE3B}" srcOrd="0" destOrd="0" parTransId="{5053E258-9172-4E35-9D0B-7DE42E01E55B}" sibTransId="{E96735EF-0F92-4F5D-84DE-C24CF169A4EA}"/>
    <dgm:cxn modelId="{1114417E-7251-4D2B-AC74-0AF3FEA661DA}" type="presParOf" srcId="{6254E043-43FA-4E3A-BA32-A360119FCE4C}" destId="{12C28835-F1B6-4CBD-A9DC-EFA89CA5EFDB}" srcOrd="0" destOrd="0" presId="urn:microsoft.com/office/officeart/2018/2/layout/IconLabelList"/>
    <dgm:cxn modelId="{6A5E441A-F601-4308-8382-4C713746439B}" type="presParOf" srcId="{12C28835-F1B6-4CBD-A9DC-EFA89CA5EFDB}" destId="{ADC59ADA-0F0A-46A8-97DB-6C2052EC6179}" srcOrd="0" destOrd="0" presId="urn:microsoft.com/office/officeart/2018/2/layout/IconLabelList"/>
    <dgm:cxn modelId="{699271A0-A79D-4A8C-B521-465D190EFB4C}" type="presParOf" srcId="{12C28835-F1B6-4CBD-A9DC-EFA89CA5EFDB}" destId="{95E7316B-B783-4CBB-B3C2-0969C2F4B2AA}" srcOrd="1" destOrd="0" presId="urn:microsoft.com/office/officeart/2018/2/layout/IconLabelList"/>
    <dgm:cxn modelId="{2F84E0D1-B4AD-41D9-A1AD-4BDB127EFDD2}" type="presParOf" srcId="{12C28835-F1B6-4CBD-A9DC-EFA89CA5EFDB}" destId="{25752211-1E26-4DCD-99B7-C7EC6C3BB702}" srcOrd="2" destOrd="0" presId="urn:microsoft.com/office/officeart/2018/2/layout/IconLabelList"/>
    <dgm:cxn modelId="{C080AA7A-9010-4257-A617-DED028C61C8C}" type="presParOf" srcId="{6254E043-43FA-4E3A-BA32-A360119FCE4C}" destId="{5D9C56B9-0464-43E9-BCAB-5224B6F75726}" srcOrd="1" destOrd="0" presId="urn:microsoft.com/office/officeart/2018/2/layout/IconLabelList"/>
    <dgm:cxn modelId="{17DD4DF0-4BA9-48A6-845E-3CC1CBA45D8C}" type="presParOf" srcId="{6254E043-43FA-4E3A-BA32-A360119FCE4C}" destId="{3EF04BD0-13B4-4214-83AB-36E0A69B9D9B}" srcOrd="2" destOrd="0" presId="urn:microsoft.com/office/officeart/2018/2/layout/IconLabelList"/>
    <dgm:cxn modelId="{DD6101D4-1352-4B59-88CC-84802718E708}" type="presParOf" srcId="{3EF04BD0-13B4-4214-83AB-36E0A69B9D9B}" destId="{6D6E4E5A-267E-4DC5-B2FB-C60118C9DC1F}" srcOrd="0" destOrd="0" presId="urn:microsoft.com/office/officeart/2018/2/layout/IconLabelList"/>
    <dgm:cxn modelId="{691DCE91-0E78-4911-A476-996D052D6958}" type="presParOf" srcId="{3EF04BD0-13B4-4214-83AB-36E0A69B9D9B}" destId="{DCEE8595-7049-40A8-AE75-BB63A4553CB2}" srcOrd="1" destOrd="0" presId="urn:microsoft.com/office/officeart/2018/2/layout/IconLabelList"/>
    <dgm:cxn modelId="{7B2A7AF4-893A-421A-A058-D8ABAEFCE5BB}" type="presParOf" srcId="{3EF04BD0-13B4-4214-83AB-36E0A69B9D9B}" destId="{3BE6EF48-C0D1-410E-8986-4EBDC2D4E36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47DDF4-C829-4FAB-8A4B-006D719A1F2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BEA88EF-4772-4247-AE45-E4A4E2FF74B7}">
      <dgm:prSet/>
      <dgm:spPr/>
      <dgm:t>
        <a:bodyPr/>
        <a:lstStyle/>
        <a:p>
          <a:pPr>
            <a:defRPr cap="all"/>
          </a:pPr>
          <a:r>
            <a:rPr lang="en-US" dirty="0"/>
            <a:t> Fast</a:t>
          </a:r>
        </a:p>
      </dgm:t>
    </dgm:pt>
    <dgm:pt modelId="{3B5A19A6-0071-46E0-9280-74B496265537}" type="parTrans" cxnId="{0CA5BD58-AB91-4296-8174-47E7CCAE79A2}">
      <dgm:prSet/>
      <dgm:spPr/>
      <dgm:t>
        <a:bodyPr/>
        <a:lstStyle/>
        <a:p>
          <a:endParaRPr lang="en-US"/>
        </a:p>
      </dgm:t>
    </dgm:pt>
    <dgm:pt modelId="{94B09116-1A3D-416A-8A75-9A895F4912B8}" type="sibTrans" cxnId="{0CA5BD58-AB91-4296-8174-47E7CCAE79A2}">
      <dgm:prSet/>
      <dgm:spPr/>
      <dgm:t>
        <a:bodyPr/>
        <a:lstStyle/>
        <a:p>
          <a:endParaRPr lang="en-US"/>
        </a:p>
      </dgm:t>
    </dgm:pt>
    <dgm:pt modelId="{949E6A52-6F7E-4EC3-B931-684D575F47D8}">
      <dgm:prSet/>
      <dgm:spPr/>
      <dgm:t>
        <a:bodyPr/>
        <a:lstStyle/>
        <a:p>
          <a:pPr>
            <a:defRPr cap="all"/>
          </a:pPr>
          <a:r>
            <a:rPr lang="en-US" dirty="0"/>
            <a:t> Automated</a:t>
          </a:r>
        </a:p>
      </dgm:t>
    </dgm:pt>
    <dgm:pt modelId="{4324B9F5-520D-4BE7-9F66-766BA503B98D}" type="parTrans" cxnId="{FDD9006E-F39F-47D6-93A5-39520E0EB50C}">
      <dgm:prSet/>
      <dgm:spPr/>
      <dgm:t>
        <a:bodyPr/>
        <a:lstStyle/>
        <a:p>
          <a:endParaRPr lang="en-US"/>
        </a:p>
      </dgm:t>
    </dgm:pt>
    <dgm:pt modelId="{3204EFC9-1CFF-475A-9645-5B4479FA6903}" type="sibTrans" cxnId="{FDD9006E-F39F-47D6-93A5-39520E0EB50C}">
      <dgm:prSet/>
      <dgm:spPr/>
      <dgm:t>
        <a:bodyPr/>
        <a:lstStyle/>
        <a:p>
          <a:endParaRPr lang="en-US"/>
        </a:p>
      </dgm:t>
    </dgm:pt>
    <dgm:pt modelId="{35072474-2935-4B22-9636-333152CA0F4D}">
      <dgm:prSet/>
      <dgm:spPr/>
      <dgm:t>
        <a:bodyPr/>
        <a:lstStyle/>
        <a:p>
          <a:pPr>
            <a:defRPr cap="all"/>
          </a:pPr>
          <a:r>
            <a:rPr lang="en-US" dirty="0"/>
            <a:t> Simple</a:t>
          </a:r>
        </a:p>
      </dgm:t>
    </dgm:pt>
    <dgm:pt modelId="{13860F20-67FD-42D8-A7D4-699D836F8E80}" type="parTrans" cxnId="{FEB6DEC1-5E4C-490A-8E9D-04DB514C7289}">
      <dgm:prSet/>
      <dgm:spPr/>
      <dgm:t>
        <a:bodyPr/>
        <a:lstStyle/>
        <a:p>
          <a:endParaRPr lang="en-US"/>
        </a:p>
      </dgm:t>
    </dgm:pt>
    <dgm:pt modelId="{C9144044-CCC8-4069-A40D-3B291CE07120}" type="sibTrans" cxnId="{FEB6DEC1-5E4C-490A-8E9D-04DB514C7289}">
      <dgm:prSet/>
      <dgm:spPr/>
      <dgm:t>
        <a:bodyPr/>
        <a:lstStyle/>
        <a:p>
          <a:endParaRPr lang="en-US"/>
        </a:p>
      </dgm:t>
    </dgm:pt>
    <dgm:pt modelId="{B70D197D-823D-4C61-A063-494F53B4810F}">
      <dgm:prSet/>
      <dgm:spPr/>
      <dgm:t>
        <a:bodyPr/>
        <a:lstStyle/>
        <a:p>
          <a:pPr>
            <a:defRPr cap="all"/>
          </a:pPr>
          <a:r>
            <a:rPr lang="en-US" dirty="0"/>
            <a:t>Reusable</a:t>
          </a:r>
        </a:p>
      </dgm:t>
    </dgm:pt>
    <dgm:pt modelId="{E27047E6-EC6E-4E73-8780-7F1087B3994F}" type="parTrans" cxnId="{85CE6749-2A23-4AE2-A3A9-CF1DF1A97962}">
      <dgm:prSet/>
      <dgm:spPr/>
      <dgm:t>
        <a:bodyPr/>
        <a:lstStyle/>
        <a:p>
          <a:endParaRPr lang="en-US"/>
        </a:p>
      </dgm:t>
    </dgm:pt>
    <dgm:pt modelId="{B8C24919-BC16-4643-A5DA-A0C78B572E22}" type="sibTrans" cxnId="{85CE6749-2A23-4AE2-A3A9-CF1DF1A97962}">
      <dgm:prSet/>
      <dgm:spPr/>
      <dgm:t>
        <a:bodyPr/>
        <a:lstStyle/>
        <a:p>
          <a:endParaRPr lang="en-US"/>
        </a:p>
      </dgm:t>
    </dgm:pt>
    <dgm:pt modelId="{EBB4934C-24F6-40F1-B2F8-35FBBCD78D16}" type="pres">
      <dgm:prSet presAssocID="{3847DDF4-C829-4FAB-8A4B-006D719A1F2A}" presName="root" presStyleCnt="0">
        <dgm:presLayoutVars>
          <dgm:dir/>
          <dgm:resizeHandles val="exact"/>
        </dgm:presLayoutVars>
      </dgm:prSet>
      <dgm:spPr/>
    </dgm:pt>
    <dgm:pt modelId="{3269C2AC-D976-4008-8396-14B7552C2588}" type="pres">
      <dgm:prSet presAssocID="{8BEA88EF-4772-4247-AE45-E4A4E2FF74B7}" presName="compNode" presStyleCnt="0"/>
      <dgm:spPr/>
    </dgm:pt>
    <dgm:pt modelId="{1C1B6388-D70D-4672-9F69-7140C98C179D}" type="pres">
      <dgm:prSet presAssocID="{8BEA88EF-4772-4247-AE45-E4A4E2FF74B7}" presName="iconBgRect" presStyleLbl="bgShp" presStyleIdx="0" presStyleCnt="4"/>
      <dgm:spPr/>
    </dgm:pt>
    <dgm:pt modelId="{68DF19B2-8505-43F6-A4F7-2BDCEEC33040}" type="pres">
      <dgm:prSet presAssocID="{8BEA88EF-4772-4247-AE45-E4A4E2FF74B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3C8A791-3CF3-4A31-94BB-943ED9321789}" type="pres">
      <dgm:prSet presAssocID="{8BEA88EF-4772-4247-AE45-E4A4E2FF74B7}" presName="spaceRect" presStyleCnt="0"/>
      <dgm:spPr/>
    </dgm:pt>
    <dgm:pt modelId="{2A0424B2-0DF0-4E4E-910F-E2E91D29DF53}" type="pres">
      <dgm:prSet presAssocID="{8BEA88EF-4772-4247-AE45-E4A4E2FF74B7}" presName="textRect" presStyleLbl="revTx" presStyleIdx="0" presStyleCnt="4">
        <dgm:presLayoutVars>
          <dgm:chMax val="1"/>
          <dgm:chPref val="1"/>
        </dgm:presLayoutVars>
      </dgm:prSet>
      <dgm:spPr/>
    </dgm:pt>
    <dgm:pt modelId="{7E544EA4-17C5-41A8-9808-0F7C97CF28F9}" type="pres">
      <dgm:prSet presAssocID="{94B09116-1A3D-416A-8A75-9A895F4912B8}" presName="sibTrans" presStyleCnt="0"/>
      <dgm:spPr/>
    </dgm:pt>
    <dgm:pt modelId="{06EFEA95-FDA5-4193-B567-A9D9673AFE13}" type="pres">
      <dgm:prSet presAssocID="{949E6A52-6F7E-4EC3-B931-684D575F47D8}" presName="compNode" presStyleCnt="0"/>
      <dgm:spPr/>
    </dgm:pt>
    <dgm:pt modelId="{8E55B61D-9E65-45A9-A2FB-3BBB26D77DE1}" type="pres">
      <dgm:prSet presAssocID="{949E6A52-6F7E-4EC3-B931-684D575F47D8}" presName="iconBgRect" presStyleLbl="bgShp" presStyleIdx="1" presStyleCnt="4"/>
      <dgm:spPr/>
    </dgm:pt>
    <dgm:pt modelId="{6EBEF586-8264-4757-A174-AE22CFEB7F3A}" type="pres">
      <dgm:prSet presAssocID="{949E6A52-6F7E-4EC3-B931-684D575F47D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7968580-42DA-4A69-AEF5-8646747B2D0B}" type="pres">
      <dgm:prSet presAssocID="{949E6A52-6F7E-4EC3-B931-684D575F47D8}" presName="spaceRect" presStyleCnt="0"/>
      <dgm:spPr/>
    </dgm:pt>
    <dgm:pt modelId="{172EE78C-8A75-48B4-9C04-4116C3F0EF29}" type="pres">
      <dgm:prSet presAssocID="{949E6A52-6F7E-4EC3-B931-684D575F47D8}" presName="textRect" presStyleLbl="revTx" presStyleIdx="1" presStyleCnt="4">
        <dgm:presLayoutVars>
          <dgm:chMax val="1"/>
          <dgm:chPref val="1"/>
        </dgm:presLayoutVars>
      </dgm:prSet>
      <dgm:spPr/>
    </dgm:pt>
    <dgm:pt modelId="{B51FD47D-8AA3-4837-9F6C-4A65C81EBEC1}" type="pres">
      <dgm:prSet presAssocID="{3204EFC9-1CFF-475A-9645-5B4479FA6903}" presName="sibTrans" presStyleCnt="0"/>
      <dgm:spPr/>
    </dgm:pt>
    <dgm:pt modelId="{F66CA714-1B36-486A-86C8-29AC54368771}" type="pres">
      <dgm:prSet presAssocID="{35072474-2935-4B22-9636-333152CA0F4D}" presName="compNode" presStyleCnt="0"/>
      <dgm:spPr/>
    </dgm:pt>
    <dgm:pt modelId="{B0851F18-53B5-41C4-852C-EB25C5EF566F}" type="pres">
      <dgm:prSet presAssocID="{35072474-2935-4B22-9636-333152CA0F4D}" presName="iconBgRect" presStyleLbl="bgShp" presStyleIdx="2" presStyleCnt="4"/>
      <dgm:spPr/>
    </dgm:pt>
    <dgm:pt modelId="{9D732F9A-DDE4-4225-819D-F62E963AFC78}" type="pres">
      <dgm:prSet presAssocID="{35072474-2935-4B22-9636-333152CA0F4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prechaun Hat"/>
        </a:ext>
      </dgm:extLst>
    </dgm:pt>
    <dgm:pt modelId="{DFDB2EAC-F512-4D77-80E3-176FE6F04EFB}" type="pres">
      <dgm:prSet presAssocID="{35072474-2935-4B22-9636-333152CA0F4D}" presName="spaceRect" presStyleCnt="0"/>
      <dgm:spPr/>
    </dgm:pt>
    <dgm:pt modelId="{D57BA7DC-60B9-4993-A47E-23AE8877E459}" type="pres">
      <dgm:prSet presAssocID="{35072474-2935-4B22-9636-333152CA0F4D}" presName="textRect" presStyleLbl="revTx" presStyleIdx="2" presStyleCnt="4">
        <dgm:presLayoutVars>
          <dgm:chMax val="1"/>
          <dgm:chPref val="1"/>
        </dgm:presLayoutVars>
      </dgm:prSet>
      <dgm:spPr/>
    </dgm:pt>
    <dgm:pt modelId="{2F32135E-7CD2-42DB-8ED1-134EC8BB46A0}" type="pres">
      <dgm:prSet presAssocID="{C9144044-CCC8-4069-A40D-3B291CE07120}" presName="sibTrans" presStyleCnt="0"/>
      <dgm:spPr/>
    </dgm:pt>
    <dgm:pt modelId="{35E0E6DC-0528-4967-83FE-A98CB839F789}" type="pres">
      <dgm:prSet presAssocID="{B70D197D-823D-4C61-A063-494F53B4810F}" presName="compNode" presStyleCnt="0"/>
      <dgm:spPr/>
    </dgm:pt>
    <dgm:pt modelId="{76E63CED-2E22-4A9B-82BC-1C9AEEA9D6A3}" type="pres">
      <dgm:prSet presAssocID="{B70D197D-823D-4C61-A063-494F53B4810F}" presName="iconBgRect" presStyleLbl="bgShp" presStyleIdx="3" presStyleCnt="4"/>
      <dgm:spPr/>
    </dgm:pt>
    <dgm:pt modelId="{7A29A784-4388-46B5-B8D0-8611E2DD96EE}" type="pres">
      <dgm:prSet presAssocID="{B70D197D-823D-4C61-A063-494F53B4810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FFE9C06C-E462-459B-BCDB-DD6B315E2B4E}" type="pres">
      <dgm:prSet presAssocID="{B70D197D-823D-4C61-A063-494F53B4810F}" presName="spaceRect" presStyleCnt="0"/>
      <dgm:spPr/>
    </dgm:pt>
    <dgm:pt modelId="{A883A90A-5EC7-41BA-AF4B-F6E50049926E}" type="pres">
      <dgm:prSet presAssocID="{B70D197D-823D-4C61-A063-494F53B4810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0BA4005-09CB-42AD-B0D9-830E2CE854C6}" type="presOf" srcId="{B70D197D-823D-4C61-A063-494F53B4810F}" destId="{A883A90A-5EC7-41BA-AF4B-F6E50049926E}" srcOrd="0" destOrd="0" presId="urn:microsoft.com/office/officeart/2018/5/layout/IconCircleLabelList"/>
    <dgm:cxn modelId="{2A64B41C-10DA-4B1C-A5EB-E0D6F8E16748}" type="presOf" srcId="{8BEA88EF-4772-4247-AE45-E4A4E2FF74B7}" destId="{2A0424B2-0DF0-4E4E-910F-E2E91D29DF53}" srcOrd="0" destOrd="0" presId="urn:microsoft.com/office/officeart/2018/5/layout/IconCircleLabelList"/>
    <dgm:cxn modelId="{85CE6749-2A23-4AE2-A3A9-CF1DF1A97962}" srcId="{3847DDF4-C829-4FAB-8A4B-006D719A1F2A}" destId="{B70D197D-823D-4C61-A063-494F53B4810F}" srcOrd="3" destOrd="0" parTransId="{E27047E6-EC6E-4E73-8780-7F1087B3994F}" sibTransId="{B8C24919-BC16-4643-A5DA-A0C78B572E22}"/>
    <dgm:cxn modelId="{FDD9006E-F39F-47D6-93A5-39520E0EB50C}" srcId="{3847DDF4-C829-4FAB-8A4B-006D719A1F2A}" destId="{949E6A52-6F7E-4EC3-B931-684D575F47D8}" srcOrd="1" destOrd="0" parTransId="{4324B9F5-520D-4BE7-9F66-766BA503B98D}" sibTransId="{3204EFC9-1CFF-475A-9645-5B4479FA6903}"/>
    <dgm:cxn modelId="{385B1177-D342-4EED-8E54-63EB4823C264}" type="presOf" srcId="{35072474-2935-4B22-9636-333152CA0F4D}" destId="{D57BA7DC-60B9-4993-A47E-23AE8877E459}" srcOrd="0" destOrd="0" presId="urn:microsoft.com/office/officeart/2018/5/layout/IconCircleLabelList"/>
    <dgm:cxn modelId="{0CA5BD58-AB91-4296-8174-47E7CCAE79A2}" srcId="{3847DDF4-C829-4FAB-8A4B-006D719A1F2A}" destId="{8BEA88EF-4772-4247-AE45-E4A4E2FF74B7}" srcOrd="0" destOrd="0" parTransId="{3B5A19A6-0071-46E0-9280-74B496265537}" sibTransId="{94B09116-1A3D-416A-8A75-9A895F4912B8}"/>
    <dgm:cxn modelId="{FEB6DEC1-5E4C-490A-8E9D-04DB514C7289}" srcId="{3847DDF4-C829-4FAB-8A4B-006D719A1F2A}" destId="{35072474-2935-4B22-9636-333152CA0F4D}" srcOrd="2" destOrd="0" parTransId="{13860F20-67FD-42D8-A7D4-699D836F8E80}" sibTransId="{C9144044-CCC8-4069-A40D-3B291CE07120}"/>
    <dgm:cxn modelId="{46A35CC6-7B09-432C-B70E-CD8EBD9F3F9C}" type="presOf" srcId="{3847DDF4-C829-4FAB-8A4B-006D719A1F2A}" destId="{EBB4934C-24F6-40F1-B2F8-35FBBCD78D16}" srcOrd="0" destOrd="0" presId="urn:microsoft.com/office/officeart/2018/5/layout/IconCircleLabelList"/>
    <dgm:cxn modelId="{B0380CF6-7673-4B4E-97BA-CDCE59FA8C1C}" type="presOf" srcId="{949E6A52-6F7E-4EC3-B931-684D575F47D8}" destId="{172EE78C-8A75-48B4-9C04-4116C3F0EF29}" srcOrd="0" destOrd="0" presId="urn:microsoft.com/office/officeart/2018/5/layout/IconCircleLabelList"/>
    <dgm:cxn modelId="{2B942844-9564-49DA-B4A1-92CD59BF2AFF}" type="presParOf" srcId="{EBB4934C-24F6-40F1-B2F8-35FBBCD78D16}" destId="{3269C2AC-D976-4008-8396-14B7552C2588}" srcOrd="0" destOrd="0" presId="urn:microsoft.com/office/officeart/2018/5/layout/IconCircleLabelList"/>
    <dgm:cxn modelId="{61BAE905-8ABB-44F0-9144-DB62B43A316B}" type="presParOf" srcId="{3269C2AC-D976-4008-8396-14B7552C2588}" destId="{1C1B6388-D70D-4672-9F69-7140C98C179D}" srcOrd="0" destOrd="0" presId="urn:microsoft.com/office/officeart/2018/5/layout/IconCircleLabelList"/>
    <dgm:cxn modelId="{087194C8-3634-4D84-BAB6-4AD12DE44951}" type="presParOf" srcId="{3269C2AC-D976-4008-8396-14B7552C2588}" destId="{68DF19B2-8505-43F6-A4F7-2BDCEEC33040}" srcOrd="1" destOrd="0" presId="urn:microsoft.com/office/officeart/2018/5/layout/IconCircleLabelList"/>
    <dgm:cxn modelId="{A08C75B5-67BC-4550-92A1-C15C1DBCC62C}" type="presParOf" srcId="{3269C2AC-D976-4008-8396-14B7552C2588}" destId="{F3C8A791-3CF3-4A31-94BB-943ED9321789}" srcOrd="2" destOrd="0" presId="urn:microsoft.com/office/officeart/2018/5/layout/IconCircleLabelList"/>
    <dgm:cxn modelId="{22CDC7B5-444A-4EA5-A33F-8FF702BAAE36}" type="presParOf" srcId="{3269C2AC-D976-4008-8396-14B7552C2588}" destId="{2A0424B2-0DF0-4E4E-910F-E2E91D29DF53}" srcOrd="3" destOrd="0" presId="urn:microsoft.com/office/officeart/2018/5/layout/IconCircleLabelList"/>
    <dgm:cxn modelId="{C710C54E-F361-49A4-B1CF-D6DF0941B45E}" type="presParOf" srcId="{EBB4934C-24F6-40F1-B2F8-35FBBCD78D16}" destId="{7E544EA4-17C5-41A8-9808-0F7C97CF28F9}" srcOrd="1" destOrd="0" presId="urn:microsoft.com/office/officeart/2018/5/layout/IconCircleLabelList"/>
    <dgm:cxn modelId="{53751791-EBCE-45A4-BF40-4C69A491AFC3}" type="presParOf" srcId="{EBB4934C-24F6-40F1-B2F8-35FBBCD78D16}" destId="{06EFEA95-FDA5-4193-B567-A9D9673AFE13}" srcOrd="2" destOrd="0" presId="urn:microsoft.com/office/officeart/2018/5/layout/IconCircleLabelList"/>
    <dgm:cxn modelId="{AD5E02A0-917B-4B5C-9E08-2A3561F973B2}" type="presParOf" srcId="{06EFEA95-FDA5-4193-B567-A9D9673AFE13}" destId="{8E55B61D-9E65-45A9-A2FB-3BBB26D77DE1}" srcOrd="0" destOrd="0" presId="urn:microsoft.com/office/officeart/2018/5/layout/IconCircleLabelList"/>
    <dgm:cxn modelId="{30477C05-9F91-4D27-91A8-BD3F948DE1B2}" type="presParOf" srcId="{06EFEA95-FDA5-4193-B567-A9D9673AFE13}" destId="{6EBEF586-8264-4757-A174-AE22CFEB7F3A}" srcOrd="1" destOrd="0" presId="urn:microsoft.com/office/officeart/2018/5/layout/IconCircleLabelList"/>
    <dgm:cxn modelId="{46345BAB-BA03-498A-A4CC-86C91D063995}" type="presParOf" srcId="{06EFEA95-FDA5-4193-B567-A9D9673AFE13}" destId="{07968580-42DA-4A69-AEF5-8646747B2D0B}" srcOrd="2" destOrd="0" presId="urn:microsoft.com/office/officeart/2018/5/layout/IconCircleLabelList"/>
    <dgm:cxn modelId="{7C0C459D-D925-4E37-84A6-7CEB230749E6}" type="presParOf" srcId="{06EFEA95-FDA5-4193-B567-A9D9673AFE13}" destId="{172EE78C-8A75-48B4-9C04-4116C3F0EF29}" srcOrd="3" destOrd="0" presId="urn:microsoft.com/office/officeart/2018/5/layout/IconCircleLabelList"/>
    <dgm:cxn modelId="{2F282A7C-6D06-4F63-8F8C-1ABB7262048D}" type="presParOf" srcId="{EBB4934C-24F6-40F1-B2F8-35FBBCD78D16}" destId="{B51FD47D-8AA3-4837-9F6C-4A65C81EBEC1}" srcOrd="3" destOrd="0" presId="urn:microsoft.com/office/officeart/2018/5/layout/IconCircleLabelList"/>
    <dgm:cxn modelId="{183692B5-B422-4F2A-B1D9-A95E11E36938}" type="presParOf" srcId="{EBB4934C-24F6-40F1-B2F8-35FBBCD78D16}" destId="{F66CA714-1B36-486A-86C8-29AC54368771}" srcOrd="4" destOrd="0" presId="urn:microsoft.com/office/officeart/2018/5/layout/IconCircleLabelList"/>
    <dgm:cxn modelId="{D432DE4E-5E85-4EB3-9E68-538EFEF3E9E0}" type="presParOf" srcId="{F66CA714-1B36-486A-86C8-29AC54368771}" destId="{B0851F18-53B5-41C4-852C-EB25C5EF566F}" srcOrd="0" destOrd="0" presId="urn:microsoft.com/office/officeart/2018/5/layout/IconCircleLabelList"/>
    <dgm:cxn modelId="{6914D112-4A4F-4D57-BA1B-787B09E918B7}" type="presParOf" srcId="{F66CA714-1B36-486A-86C8-29AC54368771}" destId="{9D732F9A-DDE4-4225-819D-F62E963AFC78}" srcOrd="1" destOrd="0" presId="urn:microsoft.com/office/officeart/2018/5/layout/IconCircleLabelList"/>
    <dgm:cxn modelId="{E8263957-2A2A-4052-8E59-BF8B1250D583}" type="presParOf" srcId="{F66CA714-1B36-486A-86C8-29AC54368771}" destId="{DFDB2EAC-F512-4D77-80E3-176FE6F04EFB}" srcOrd="2" destOrd="0" presId="urn:microsoft.com/office/officeart/2018/5/layout/IconCircleLabelList"/>
    <dgm:cxn modelId="{476176FD-DE04-48D6-A745-2AD5A5709C1A}" type="presParOf" srcId="{F66CA714-1B36-486A-86C8-29AC54368771}" destId="{D57BA7DC-60B9-4993-A47E-23AE8877E459}" srcOrd="3" destOrd="0" presId="urn:microsoft.com/office/officeart/2018/5/layout/IconCircleLabelList"/>
    <dgm:cxn modelId="{732EEDD5-E0E9-49FD-B08F-75B44AD6E5BC}" type="presParOf" srcId="{EBB4934C-24F6-40F1-B2F8-35FBBCD78D16}" destId="{2F32135E-7CD2-42DB-8ED1-134EC8BB46A0}" srcOrd="5" destOrd="0" presId="urn:microsoft.com/office/officeart/2018/5/layout/IconCircleLabelList"/>
    <dgm:cxn modelId="{A1FA41DB-545B-442D-815F-C0A7E39059B4}" type="presParOf" srcId="{EBB4934C-24F6-40F1-B2F8-35FBBCD78D16}" destId="{35E0E6DC-0528-4967-83FE-A98CB839F789}" srcOrd="6" destOrd="0" presId="urn:microsoft.com/office/officeart/2018/5/layout/IconCircleLabelList"/>
    <dgm:cxn modelId="{AF0A8529-5FCE-4EAE-B932-11419B08215D}" type="presParOf" srcId="{35E0E6DC-0528-4967-83FE-A98CB839F789}" destId="{76E63CED-2E22-4A9B-82BC-1C9AEEA9D6A3}" srcOrd="0" destOrd="0" presId="urn:microsoft.com/office/officeart/2018/5/layout/IconCircleLabelList"/>
    <dgm:cxn modelId="{560815B0-E22E-4896-9D85-CCAFC8022453}" type="presParOf" srcId="{35E0E6DC-0528-4967-83FE-A98CB839F789}" destId="{7A29A784-4388-46B5-B8D0-8611E2DD96EE}" srcOrd="1" destOrd="0" presId="urn:microsoft.com/office/officeart/2018/5/layout/IconCircleLabelList"/>
    <dgm:cxn modelId="{A0A767A5-F000-4205-B147-DA13A94BC862}" type="presParOf" srcId="{35E0E6DC-0528-4967-83FE-A98CB839F789}" destId="{FFE9C06C-E462-459B-BCDB-DD6B315E2B4E}" srcOrd="2" destOrd="0" presId="urn:microsoft.com/office/officeart/2018/5/layout/IconCircleLabelList"/>
    <dgm:cxn modelId="{B475AA7F-AF8F-4DAD-A6D5-17CCEDA8C6D7}" type="presParOf" srcId="{35E0E6DC-0528-4967-83FE-A98CB839F789}" destId="{A883A90A-5EC7-41BA-AF4B-F6E50049926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97F3033-F252-4574-BC17-C5955B591A4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C318424-65A6-4973-898E-F6E48D3F9CD7}">
      <dgm:prSet/>
      <dgm:spPr/>
      <dgm:t>
        <a:bodyPr/>
        <a:lstStyle/>
        <a:p>
          <a:pPr>
            <a:defRPr cap="all"/>
          </a:pPr>
          <a:r>
            <a:rPr lang="en-US"/>
            <a:t>• Public repositories only</a:t>
          </a:r>
        </a:p>
      </dgm:t>
    </dgm:pt>
    <dgm:pt modelId="{ABFF4F16-68ED-41F3-AFFB-B628151C99A7}" type="parTrans" cxnId="{A14E48BB-84FB-4F3E-A0B0-F0B3830BA220}">
      <dgm:prSet/>
      <dgm:spPr/>
      <dgm:t>
        <a:bodyPr/>
        <a:lstStyle/>
        <a:p>
          <a:endParaRPr lang="en-US"/>
        </a:p>
      </dgm:t>
    </dgm:pt>
    <dgm:pt modelId="{2BD0AD4E-030F-4E02-876C-C2DCCA602D01}" type="sibTrans" cxnId="{A14E48BB-84FB-4F3E-A0B0-F0B3830BA220}">
      <dgm:prSet/>
      <dgm:spPr/>
      <dgm:t>
        <a:bodyPr/>
        <a:lstStyle/>
        <a:p>
          <a:endParaRPr lang="en-US"/>
        </a:p>
      </dgm:t>
    </dgm:pt>
    <dgm:pt modelId="{4C291AB1-4722-4735-B256-93E86BB18653}">
      <dgm:prSet/>
      <dgm:spPr/>
      <dgm:t>
        <a:bodyPr/>
        <a:lstStyle/>
        <a:p>
          <a:pPr>
            <a:defRPr cap="all"/>
          </a:pPr>
          <a:r>
            <a:rPr lang="en-US"/>
            <a:t>• API rate limits</a:t>
          </a:r>
        </a:p>
      </dgm:t>
    </dgm:pt>
    <dgm:pt modelId="{D240D671-68B9-4F9B-9336-B2F8057BFFE6}" type="parTrans" cxnId="{D6A085F7-B5F0-4256-AF18-D57ED8EE1044}">
      <dgm:prSet/>
      <dgm:spPr/>
      <dgm:t>
        <a:bodyPr/>
        <a:lstStyle/>
        <a:p>
          <a:endParaRPr lang="en-US"/>
        </a:p>
      </dgm:t>
    </dgm:pt>
    <dgm:pt modelId="{97B87BDA-80B8-4777-AC84-C3BF17DB5982}" type="sibTrans" cxnId="{D6A085F7-B5F0-4256-AF18-D57ED8EE1044}">
      <dgm:prSet/>
      <dgm:spPr/>
      <dgm:t>
        <a:bodyPr/>
        <a:lstStyle/>
        <a:p>
          <a:endParaRPr lang="en-US"/>
        </a:p>
      </dgm:t>
    </dgm:pt>
    <dgm:pt modelId="{DCFDCA99-1542-4FFD-BA7C-15EDC8D95774}" type="pres">
      <dgm:prSet presAssocID="{897F3033-F252-4574-BC17-C5955B591A45}" presName="root" presStyleCnt="0">
        <dgm:presLayoutVars>
          <dgm:dir/>
          <dgm:resizeHandles val="exact"/>
        </dgm:presLayoutVars>
      </dgm:prSet>
      <dgm:spPr/>
    </dgm:pt>
    <dgm:pt modelId="{4F646272-919C-4423-A0DF-8D5993563FFC}" type="pres">
      <dgm:prSet presAssocID="{0C318424-65A6-4973-898E-F6E48D3F9CD7}" presName="compNode" presStyleCnt="0"/>
      <dgm:spPr/>
    </dgm:pt>
    <dgm:pt modelId="{CB13A1D0-1ED1-4C64-818F-B552EB0B5AA1}" type="pres">
      <dgm:prSet presAssocID="{0C318424-65A6-4973-898E-F6E48D3F9CD7}" presName="iconBgRect" presStyleLbl="bgShp" presStyleIdx="0" presStyleCnt="2"/>
      <dgm:spPr/>
    </dgm:pt>
    <dgm:pt modelId="{4122A892-E1E2-4E36-9B92-BB703E51F016}" type="pres">
      <dgm:prSet presAssocID="{0C318424-65A6-4973-898E-F6E48D3F9CD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F7B419-4CD8-4698-8DFD-A47E82E77587}" type="pres">
      <dgm:prSet presAssocID="{0C318424-65A6-4973-898E-F6E48D3F9CD7}" presName="spaceRect" presStyleCnt="0"/>
      <dgm:spPr/>
    </dgm:pt>
    <dgm:pt modelId="{BB1537B9-C7F4-4C00-868A-D17D049B0DA3}" type="pres">
      <dgm:prSet presAssocID="{0C318424-65A6-4973-898E-F6E48D3F9CD7}" presName="textRect" presStyleLbl="revTx" presStyleIdx="0" presStyleCnt="2">
        <dgm:presLayoutVars>
          <dgm:chMax val="1"/>
          <dgm:chPref val="1"/>
        </dgm:presLayoutVars>
      </dgm:prSet>
      <dgm:spPr/>
    </dgm:pt>
    <dgm:pt modelId="{CE0D2911-BFA2-4B3D-AFA8-C1BA4436E300}" type="pres">
      <dgm:prSet presAssocID="{2BD0AD4E-030F-4E02-876C-C2DCCA602D01}" presName="sibTrans" presStyleCnt="0"/>
      <dgm:spPr/>
    </dgm:pt>
    <dgm:pt modelId="{E22F3CC2-F97C-4B1F-9C79-A342AACC8546}" type="pres">
      <dgm:prSet presAssocID="{4C291AB1-4722-4735-B256-93E86BB18653}" presName="compNode" presStyleCnt="0"/>
      <dgm:spPr/>
    </dgm:pt>
    <dgm:pt modelId="{DAE36C89-32C8-48D5-9126-EE32AF70BD98}" type="pres">
      <dgm:prSet presAssocID="{4C291AB1-4722-4735-B256-93E86BB18653}" presName="iconBgRect" presStyleLbl="bgShp" presStyleIdx="1" presStyleCnt="2"/>
      <dgm:spPr/>
    </dgm:pt>
    <dgm:pt modelId="{56BBA532-BF7C-40AA-B25B-D137BE2CCBB9}" type="pres">
      <dgm:prSet presAssocID="{4C291AB1-4722-4735-B256-93E86BB1865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FE78717-1386-4C30-8E4C-E072E18D4D1C}" type="pres">
      <dgm:prSet presAssocID="{4C291AB1-4722-4735-B256-93E86BB18653}" presName="spaceRect" presStyleCnt="0"/>
      <dgm:spPr/>
    </dgm:pt>
    <dgm:pt modelId="{000F4983-CBBB-4C0E-8E43-211E0AABF90C}" type="pres">
      <dgm:prSet presAssocID="{4C291AB1-4722-4735-B256-93E86BB1865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A4C3B0D-46ED-4B23-B60C-AB34EBDBD406}" type="presOf" srcId="{4C291AB1-4722-4735-B256-93E86BB18653}" destId="{000F4983-CBBB-4C0E-8E43-211E0AABF90C}" srcOrd="0" destOrd="0" presId="urn:microsoft.com/office/officeart/2018/5/layout/IconCircleLabelList"/>
    <dgm:cxn modelId="{672D2047-0E45-4653-A526-593848306B91}" type="presOf" srcId="{0C318424-65A6-4973-898E-F6E48D3F9CD7}" destId="{BB1537B9-C7F4-4C00-868A-D17D049B0DA3}" srcOrd="0" destOrd="0" presId="urn:microsoft.com/office/officeart/2018/5/layout/IconCircleLabelList"/>
    <dgm:cxn modelId="{1646D1A6-D45A-463F-AE57-59332F2D247A}" type="presOf" srcId="{897F3033-F252-4574-BC17-C5955B591A45}" destId="{DCFDCA99-1542-4FFD-BA7C-15EDC8D95774}" srcOrd="0" destOrd="0" presId="urn:microsoft.com/office/officeart/2018/5/layout/IconCircleLabelList"/>
    <dgm:cxn modelId="{A14E48BB-84FB-4F3E-A0B0-F0B3830BA220}" srcId="{897F3033-F252-4574-BC17-C5955B591A45}" destId="{0C318424-65A6-4973-898E-F6E48D3F9CD7}" srcOrd="0" destOrd="0" parTransId="{ABFF4F16-68ED-41F3-AFFB-B628151C99A7}" sibTransId="{2BD0AD4E-030F-4E02-876C-C2DCCA602D01}"/>
    <dgm:cxn modelId="{D6A085F7-B5F0-4256-AF18-D57ED8EE1044}" srcId="{897F3033-F252-4574-BC17-C5955B591A45}" destId="{4C291AB1-4722-4735-B256-93E86BB18653}" srcOrd="1" destOrd="0" parTransId="{D240D671-68B9-4F9B-9336-B2F8057BFFE6}" sibTransId="{97B87BDA-80B8-4777-AC84-C3BF17DB5982}"/>
    <dgm:cxn modelId="{DAF4918A-1043-4058-8771-C9F09A7F5E4D}" type="presParOf" srcId="{DCFDCA99-1542-4FFD-BA7C-15EDC8D95774}" destId="{4F646272-919C-4423-A0DF-8D5993563FFC}" srcOrd="0" destOrd="0" presId="urn:microsoft.com/office/officeart/2018/5/layout/IconCircleLabelList"/>
    <dgm:cxn modelId="{E56069B7-3327-4315-BA3E-5C802ED5C630}" type="presParOf" srcId="{4F646272-919C-4423-A0DF-8D5993563FFC}" destId="{CB13A1D0-1ED1-4C64-818F-B552EB0B5AA1}" srcOrd="0" destOrd="0" presId="urn:microsoft.com/office/officeart/2018/5/layout/IconCircleLabelList"/>
    <dgm:cxn modelId="{A0B7C581-87F8-4344-BE64-398D448D6161}" type="presParOf" srcId="{4F646272-919C-4423-A0DF-8D5993563FFC}" destId="{4122A892-E1E2-4E36-9B92-BB703E51F016}" srcOrd="1" destOrd="0" presId="urn:microsoft.com/office/officeart/2018/5/layout/IconCircleLabelList"/>
    <dgm:cxn modelId="{D9A7335A-42C7-4518-A93D-B5EFF830B8F0}" type="presParOf" srcId="{4F646272-919C-4423-A0DF-8D5993563FFC}" destId="{06F7B419-4CD8-4698-8DFD-A47E82E77587}" srcOrd="2" destOrd="0" presId="urn:microsoft.com/office/officeart/2018/5/layout/IconCircleLabelList"/>
    <dgm:cxn modelId="{3DF69CA1-B97F-4E9F-8B5D-6F137FF3A638}" type="presParOf" srcId="{4F646272-919C-4423-A0DF-8D5993563FFC}" destId="{BB1537B9-C7F4-4C00-868A-D17D049B0DA3}" srcOrd="3" destOrd="0" presId="urn:microsoft.com/office/officeart/2018/5/layout/IconCircleLabelList"/>
    <dgm:cxn modelId="{EF5A4C0F-683D-45A0-9CEE-15C039C10050}" type="presParOf" srcId="{DCFDCA99-1542-4FFD-BA7C-15EDC8D95774}" destId="{CE0D2911-BFA2-4B3D-AFA8-C1BA4436E300}" srcOrd="1" destOrd="0" presId="urn:microsoft.com/office/officeart/2018/5/layout/IconCircleLabelList"/>
    <dgm:cxn modelId="{8B98D105-98D8-4518-B6EF-50237B6E9D02}" type="presParOf" srcId="{DCFDCA99-1542-4FFD-BA7C-15EDC8D95774}" destId="{E22F3CC2-F97C-4B1F-9C79-A342AACC8546}" srcOrd="2" destOrd="0" presId="urn:microsoft.com/office/officeart/2018/5/layout/IconCircleLabelList"/>
    <dgm:cxn modelId="{177AEAEF-011F-47E5-85AC-9FEC7558D7A4}" type="presParOf" srcId="{E22F3CC2-F97C-4B1F-9C79-A342AACC8546}" destId="{DAE36C89-32C8-48D5-9126-EE32AF70BD98}" srcOrd="0" destOrd="0" presId="urn:microsoft.com/office/officeart/2018/5/layout/IconCircleLabelList"/>
    <dgm:cxn modelId="{79CFE356-87A6-4D4E-B63C-9CBD043EBD9F}" type="presParOf" srcId="{E22F3CC2-F97C-4B1F-9C79-A342AACC8546}" destId="{56BBA532-BF7C-40AA-B25B-D137BE2CCBB9}" srcOrd="1" destOrd="0" presId="urn:microsoft.com/office/officeart/2018/5/layout/IconCircleLabelList"/>
    <dgm:cxn modelId="{C2DE6F19-E549-4944-9918-1A0CD48754C8}" type="presParOf" srcId="{E22F3CC2-F97C-4B1F-9C79-A342AACC8546}" destId="{2FE78717-1386-4C30-8E4C-E072E18D4D1C}" srcOrd="2" destOrd="0" presId="urn:microsoft.com/office/officeart/2018/5/layout/IconCircleLabelList"/>
    <dgm:cxn modelId="{40D3FE47-97BF-4F1D-B0EE-1E2F280C8B10}" type="presParOf" srcId="{E22F3CC2-F97C-4B1F-9C79-A342AACC8546}" destId="{000F4983-CBBB-4C0E-8E43-211E0AABF90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9ED94FD-952C-4C8C-804C-8DBDAB6CC5C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66CBA17-E551-4103-9BC3-301905A00475}">
      <dgm:prSet/>
      <dgm:spPr/>
      <dgm:t>
        <a:bodyPr/>
        <a:lstStyle/>
        <a:p>
          <a:r>
            <a:rPr lang="en-US"/>
            <a:t>• AI summary</a:t>
          </a:r>
        </a:p>
      </dgm:t>
    </dgm:pt>
    <dgm:pt modelId="{4D63F351-D14A-4110-B36F-B72F5AA492F5}" type="parTrans" cxnId="{0BC93B62-33F0-4D97-920B-0C666D800BB1}">
      <dgm:prSet/>
      <dgm:spPr/>
      <dgm:t>
        <a:bodyPr/>
        <a:lstStyle/>
        <a:p>
          <a:endParaRPr lang="en-US"/>
        </a:p>
      </dgm:t>
    </dgm:pt>
    <dgm:pt modelId="{64E63D97-20E5-47BC-BF4F-910242E7BDEF}" type="sibTrans" cxnId="{0BC93B62-33F0-4D97-920B-0C666D800BB1}">
      <dgm:prSet/>
      <dgm:spPr/>
      <dgm:t>
        <a:bodyPr/>
        <a:lstStyle/>
        <a:p>
          <a:endParaRPr lang="en-US"/>
        </a:p>
      </dgm:t>
    </dgm:pt>
    <dgm:pt modelId="{C7E9FD86-F21C-44BD-9550-58917022E346}">
      <dgm:prSet/>
      <dgm:spPr/>
      <dgm:t>
        <a:bodyPr/>
        <a:lstStyle/>
        <a:p>
          <a:r>
            <a:rPr lang="en-US"/>
            <a:t>• Commit analysis</a:t>
          </a:r>
        </a:p>
      </dgm:t>
    </dgm:pt>
    <dgm:pt modelId="{DEAF3593-B247-4F01-87CA-B67A1D9A6771}" type="parTrans" cxnId="{1063E97F-5B92-42F6-B9B2-71867D250F72}">
      <dgm:prSet/>
      <dgm:spPr/>
      <dgm:t>
        <a:bodyPr/>
        <a:lstStyle/>
        <a:p>
          <a:endParaRPr lang="en-US"/>
        </a:p>
      </dgm:t>
    </dgm:pt>
    <dgm:pt modelId="{819FF87A-F94C-4FD7-ABDD-07DE24B40A1D}" type="sibTrans" cxnId="{1063E97F-5B92-42F6-B9B2-71867D250F72}">
      <dgm:prSet/>
      <dgm:spPr/>
      <dgm:t>
        <a:bodyPr/>
        <a:lstStyle/>
        <a:p>
          <a:endParaRPr lang="en-US"/>
        </a:p>
      </dgm:t>
    </dgm:pt>
    <dgm:pt modelId="{7B3854CD-7BD5-4525-90CB-B0E84EB0A16D}">
      <dgm:prSet/>
      <dgm:spPr/>
      <dgm:t>
        <a:bodyPr/>
        <a:lstStyle/>
        <a:p>
          <a:r>
            <a:rPr lang="en-US"/>
            <a:t>• Contributor insights</a:t>
          </a:r>
        </a:p>
      </dgm:t>
    </dgm:pt>
    <dgm:pt modelId="{F4B75438-099F-4CBC-ACDB-4D8277DED1DD}" type="parTrans" cxnId="{F13032E1-28FF-4CCA-8E53-2C8A11B9A42F}">
      <dgm:prSet/>
      <dgm:spPr/>
      <dgm:t>
        <a:bodyPr/>
        <a:lstStyle/>
        <a:p>
          <a:endParaRPr lang="en-US"/>
        </a:p>
      </dgm:t>
    </dgm:pt>
    <dgm:pt modelId="{F532B49A-2E6A-4F60-B101-051EBE3598D5}" type="sibTrans" cxnId="{F13032E1-28FF-4CCA-8E53-2C8A11B9A42F}">
      <dgm:prSet/>
      <dgm:spPr/>
      <dgm:t>
        <a:bodyPr/>
        <a:lstStyle/>
        <a:p>
          <a:endParaRPr lang="en-US"/>
        </a:p>
      </dgm:t>
    </dgm:pt>
    <dgm:pt modelId="{3D7131B9-DF4C-447A-B89B-0DF9D1D056BC}">
      <dgm:prSet/>
      <dgm:spPr/>
      <dgm:t>
        <a:bodyPr/>
        <a:lstStyle/>
        <a:p>
          <a:r>
            <a:rPr lang="en-US"/>
            <a:t>• PDF report</a:t>
          </a:r>
        </a:p>
      </dgm:t>
    </dgm:pt>
    <dgm:pt modelId="{DA7B1147-6BFD-4774-AEEB-49F67FEEBD80}" type="parTrans" cxnId="{9D66981B-7AEE-4752-BCFC-E929EF7BF029}">
      <dgm:prSet/>
      <dgm:spPr/>
      <dgm:t>
        <a:bodyPr/>
        <a:lstStyle/>
        <a:p>
          <a:endParaRPr lang="en-US"/>
        </a:p>
      </dgm:t>
    </dgm:pt>
    <dgm:pt modelId="{370A70AB-2ACD-4F1A-A530-01A3CADC7FA5}" type="sibTrans" cxnId="{9D66981B-7AEE-4752-BCFC-E929EF7BF029}">
      <dgm:prSet/>
      <dgm:spPr/>
      <dgm:t>
        <a:bodyPr/>
        <a:lstStyle/>
        <a:p>
          <a:endParaRPr lang="en-US"/>
        </a:p>
      </dgm:t>
    </dgm:pt>
    <dgm:pt modelId="{9E1194F5-B1F2-4B07-A871-28010B864105}" type="pres">
      <dgm:prSet presAssocID="{A9ED94FD-952C-4C8C-804C-8DBDAB6CC5CD}" presName="root" presStyleCnt="0">
        <dgm:presLayoutVars>
          <dgm:dir/>
          <dgm:resizeHandles val="exact"/>
        </dgm:presLayoutVars>
      </dgm:prSet>
      <dgm:spPr/>
    </dgm:pt>
    <dgm:pt modelId="{0A44C564-96F9-404A-ADF5-7F34916BF7CD}" type="pres">
      <dgm:prSet presAssocID="{266CBA17-E551-4103-9BC3-301905A00475}" presName="compNode" presStyleCnt="0"/>
      <dgm:spPr/>
    </dgm:pt>
    <dgm:pt modelId="{4B730E98-3E94-4B98-BF3C-3E83C573DE12}" type="pres">
      <dgm:prSet presAssocID="{266CBA17-E551-4103-9BC3-301905A0047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8C1DAB0-29F0-4C62-96D9-98E278D6CFBA}" type="pres">
      <dgm:prSet presAssocID="{266CBA17-E551-4103-9BC3-301905A00475}" presName="spaceRect" presStyleCnt="0"/>
      <dgm:spPr/>
    </dgm:pt>
    <dgm:pt modelId="{6849D5FA-ACE6-4666-A3F0-91EE3AD6ADC6}" type="pres">
      <dgm:prSet presAssocID="{266CBA17-E551-4103-9BC3-301905A00475}" presName="textRect" presStyleLbl="revTx" presStyleIdx="0" presStyleCnt="4">
        <dgm:presLayoutVars>
          <dgm:chMax val="1"/>
          <dgm:chPref val="1"/>
        </dgm:presLayoutVars>
      </dgm:prSet>
      <dgm:spPr/>
    </dgm:pt>
    <dgm:pt modelId="{7CC98C1C-93FC-4015-BF54-C40B684A5B23}" type="pres">
      <dgm:prSet presAssocID="{64E63D97-20E5-47BC-BF4F-910242E7BDEF}" presName="sibTrans" presStyleCnt="0"/>
      <dgm:spPr/>
    </dgm:pt>
    <dgm:pt modelId="{940C0B27-5717-4224-B58D-430E6A57057A}" type="pres">
      <dgm:prSet presAssocID="{C7E9FD86-F21C-44BD-9550-58917022E346}" presName="compNode" presStyleCnt="0"/>
      <dgm:spPr/>
    </dgm:pt>
    <dgm:pt modelId="{3AEA32AF-332C-4150-B367-5C5D1AFEBCD1}" type="pres">
      <dgm:prSet presAssocID="{C7E9FD86-F21C-44BD-9550-58917022E34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50C67AD-C934-404F-BF4D-8E52613B5CD8}" type="pres">
      <dgm:prSet presAssocID="{C7E9FD86-F21C-44BD-9550-58917022E346}" presName="spaceRect" presStyleCnt="0"/>
      <dgm:spPr/>
    </dgm:pt>
    <dgm:pt modelId="{DD2210EE-01FD-4ADD-B575-97BDC6074C6F}" type="pres">
      <dgm:prSet presAssocID="{C7E9FD86-F21C-44BD-9550-58917022E346}" presName="textRect" presStyleLbl="revTx" presStyleIdx="1" presStyleCnt="4">
        <dgm:presLayoutVars>
          <dgm:chMax val="1"/>
          <dgm:chPref val="1"/>
        </dgm:presLayoutVars>
      </dgm:prSet>
      <dgm:spPr/>
    </dgm:pt>
    <dgm:pt modelId="{877E60C3-3C20-48BE-8C94-F6760DD3E63C}" type="pres">
      <dgm:prSet presAssocID="{819FF87A-F94C-4FD7-ABDD-07DE24B40A1D}" presName="sibTrans" presStyleCnt="0"/>
      <dgm:spPr/>
    </dgm:pt>
    <dgm:pt modelId="{D1039CE0-BB50-41DC-8F34-5CC494D101AB}" type="pres">
      <dgm:prSet presAssocID="{7B3854CD-7BD5-4525-90CB-B0E84EB0A16D}" presName="compNode" presStyleCnt="0"/>
      <dgm:spPr/>
    </dgm:pt>
    <dgm:pt modelId="{B97D04BF-FD63-4949-9EFB-D675A13A4DB8}" type="pres">
      <dgm:prSet presAssocID="{7B3854CD-7BD5-4525-90CB-B0E84EB0A16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0CBCF1E-28E4-4236-95CE-5659667831E3}" type="pres">
      <dgm:prSet presAssocID="{7B3854CD-7BD5-4525-90CB-B0E84EB0A16D}" presName="spaceRect" presStyleCnt="0"/>
      <dgm:spPr/>
    </dgm:pt>
    <dgm:pt modelId="{E8B87F51-EF6A-448E-B8AE-1FD5C560A3B5}" type="pres">
      <dgm:prSet presAssocID="{7B3854CD-7BD5-4525-90CB-B0E84EB0A16D}" presName="textRect" presStyleLbl="revTx" presStyleIdx="2" presStyleCnt="4">
        <dgm:presLayoutVars>
          <dgm:chMax val="1"/>
          <dgm:chPref val="1"/>
        </dgm:presLayoutVars>
      </dgm:prSet>
      <dgm:spPr/>
    </dgm:pt>
    <dgm:pt modelId="{A980636A-1EE9-4FB0-82A3-30EE98FB45B2}" type="pres">
      <dgm:prSet presAssocID="{F532B49A-2E6A-4F60-B101-051EBE3598D5}" presName="sibTrans" presStyleCnt="0"/>
      <dgm:spPr/>
    </dgm:pt>
    <dgm:pt modelId="{DBDBDACE-14BE-4C88-B559-03E0A1183E10}" type="pres">
      <dgm:prSet presAssocID="{3D7131B9-DF4C-447A-B89B-0DF9D1D056BC}" presName="compNode" presStyleCnt="0"/>
      <dgm:spPr/>
    </dgm:pt>
    <dgm:pt modelId="{F226EFA3-6C55-4AB5-97AE-E6A10E266B3F}" type="pres">
      <dgm:prSet presAssocID="{3D7131B9-DF4C-447A-B89B-0DF9D1D056B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9CCBF4AE-6AFF-48CD-B304-A876F4B23B36}" type="pres">
      <dgm:prSet presAssocID="{3D7131B9-DF4C-447A-B89B-0DF9D1D056BC}" presName="spaceRect" presStyleCnt="0"/>
      <dgm:spPr/>
    </dgm:pt>
    <dgm:pt modelId="{7A4CCA31-9779-47C6-BC24-86929CA5E601}" type="pres">
      <dgm:prSet presAssocID="{3D7131B9-DF4C-447A-B89B-0DF9D1D056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816D506-6AC5-4C6E-B89A-692256D9563D}" type="presOf" srcId="{A9ED94FD-952C-4C8C-804C-8DBDAB6CC5CD}" destId="{9E1194F5-B1F2-4B07-A871-28010B864105}" srcOrd="0" destOrd="0" presId="urn:microsoft.com/office/officeart/2018/2/layout/IconLabelList"/>
    <dgm:cxn modelId="{9D66981B-7AEE-4752-BCFC-E929EF7BF029}" srcId="{A9ED94FD-952C-4C8C-804C-8DBDAB6CC5CD}" destId="{3D7131B9-DF4C-447A-B89B-0DF9D1D056BC}" srcOrd="3" destOrd="0" parTransId="{DA7B1147-6BFD-4774-AEEB-49F67FEEBD80}" sibTransId="{370A70AB-2ACD-4F1A-A530-01A3CADC7FA5}"/>
    <dgm:cxn modelId="{14E86440-D688-4657-ACEC-FBE680F83FFD}" type="presOf" srcId="{C7E9FD86-F21C-44BD-9550-58917022E346}" destId="{DD2210EE-01FD-4ADD-B575-97BDC6074C6F}" srcOrd="0" destOrd="0" presId="urn:microsoft.com/office/officeart/2018/2/layout/IconLabelList"/>
    <dgm:cxn modelId="{0BC93B62-33F0-4D97-920B-0C666D800BB1}" srcId="{A9ED94FD-952C-4C8C-804C-8DBDAB6CC5CD}" destId="{266CBA17-E551-4103-9BC3-301905A00475}" srcOrd="0" destOrd="0" parTransId="{4D63F351-D14A-4110-B36F-B72F5AA492F5}" sibTransId="{64E63D97-20E5-47BC-BF4F-910242E7BDEF}"/>
    <dgm:cxn modelId="{1063E97F-5B92-42F6-B9B2-71867D250F72}" srcId="{A9ED94FD-952C-4C8C-804C-8DBDAB6CC5CD}" destId="{C7E9FD86-F21C-44BD-9550-58917022E346}" srcOrd="1" destOrd="0" parTransId="{DEAF3593-B247-4F01-87CA-B67A1D9A6771}" sibTransId="{819FF87A-F94C-4FD7-ABDD-07DE24B40A1D}"/>
    <dgm:cxn modelId="{EA5F36C2-7CD1-4D57-9406-17203D141755}" type="presOf" srcId="{7B3854CD-7BD5-4525-90CB-B0E84EB0A16D}" destId="{E8B87F51-EF6A-448E-B8AE-1FD5C560A3B5}" srcOrd="0" destOrd="0" presId="urn:microsoft.com/office/officeart/2018/2/layout/IconLabelList"/>
    <dgm:cxn modelId="{F13032E1-28FF-4CCA-8E53-2C8A11B9A42F}" srcId="{A9ED94FD-952C-4C8C-804C-8DBDAB6CC5CD}" destId="{7B3854CD-7BD5-4525-90CB-B0E84EB0A16D}" srcOrd="2" destOrd="0" parTransId="{F4B75438-099F-4CBC-ACDB-4D8277DED1DD}" sibTransId="{F532B49A-2E6A-4F60-B101-051EBE3598D5}"/>
    <dgm:cxn modelId="{BFA5FAE5-6F2B-4F63-9ADD-1A9066B1C9D5}" type="presOf" srcId="{3D7131B9-DF4C-447A-B89B-0DF9D1D056BC}" destId="{7A4CCA31-9779-47C6-BC24-86929CA5E601}" srcOrd="0" destOrd="0" presId="urn:microsoft.com/office/officeart/2018/2/layout/IconLabelList"/>
    <dgm:cxn modelId="{F78E74F8-AC96-472F-906B-C18815DC7A2A}" type="presOf" srcId="{266CBA17-E551-4103-9BC3-301905A00475}" destId="{6849D5FA-ACE6-4666-A3F0-91EE3AD6ADC6}" srcOrd="0" destOrd="0" presId="urn:microsoft.com/office/officeart/2018/2/layout/IconLabelList"/>
    <dgm:cxn modelId="{942EB14B-B995-4EE1-8E86-BD6333664753}" type="presParOf" srcId="{9E1194F5-B1F2-4B07-A871-28010B864105}" destId="{0A44C564-96F9-404A-ADF5-7F34916BF7CD}" srcOrd="0" destOrd="0" presId="urn:microsoft.com/office/officeart/2018/2/layout/IconLabelList"/>
    <dgm:cxn modelId="{E46D147C-F445-4C21-B115-12E714648AB5}" type="presParOf" srcId="{0A44C564-96F9-404A-ADF5-7F34916BF7CD}" destId="{4B730E98-3E94-4B98-BF3C-3E83C573DE12}" srcOrd="0" destOrd="0" presId="urn:microsoft.com/office/officeart/2018/2/layout/IconLabelList"/>
    <dgm:cxn modelId="{9F2B6C31-FD42-48A9-A8D1-A3F20813ED1E}" type="presParOf" srcId="{0A44C564-96F9-404A-ADF5-7F34916BF7CD}" destId="{58C1DAB0-29F0-4C62-96D9-98E278D6CFBA}" srcOrd="1" destOrd="0" presId="urn:microsoft.com/office/officeart/2018/2/layout/IconLabelList"/>
    <dgm:cxn modelId="{823C66E5-225A-4E36-8541-EBBAD3AD45C0}" type="presParOf" srcId="{0A44C564-96F9-404A-ADF5-7F34916BF7CD}" destId="{6849D5FA-ACE6-4666-A3F0-91EE3AD6ADC6}" srcOrd="2" destOrd="0" presId="urn:microsoft.com/office/officeart/2018/2/layout/IconLabelList"/>
    <dgm:cxn modelId="{9B60C459-4908-4570-B9CB-C34A5CF4B0F1}" type="presParOf" srcId="{9E1194F5-B1F2-4B07-A871-28010B864105}" destId="{7CC98C1C-93FC-4015-BF54-C40B684A5B23}" srcOrd="1" destOrd="0" presId="urn:microsoft.com/office/officeart/2018/2/layout/IconLabelList"/>
    <dgm:cxn modelId="{A3E5AD53-6239-47DE-A50D-EE49D467C847}" type="presParOf" srcId="{9E1194F5-B1F2-4B07-A871-28010B864105}" destId="{940C0B27-5717-4224-B58D-430E6A57057A}" srcOrd="2" destOrd="0" presId="urn:microsoft.com/office/officeart/2018/2/layout/IconLabelList"/>
    <dgm:cxn modelId="{CDD9937B-A35F-414B-B6C3-352B6F2ABEB4}" type="presParOf" srcId="{940C0B27-5717-4224-B58D-430E6A57057A}" destId="{3AEA32AF-332C-4150-B367-5C5D1AFEBCD1}" srcOrd="0" destOrd="0" presId="urn:microsoft.com/office/officeart/2018/2/layout/IconLabelList"/>
    <dgm:cxn modelId="{67A8C945-00C5-47FA-A51F-729E82536DEC}" type="presParOf" srcId="{940C0B27-5717-4224-B58D-430E6A57057A}" destId="{E50C67AD-C934-404F-BF4D-8E52613B5CD8}" srcOrd="1" destOrd="0" presId="urn:microsoft.com/office/officeart/2018/2/layout/IconLabelList"/>
    <dgm:cxn modelId="{EBF51826-FEEB-42B5-B6D6-52AF690776DE}" type="presParOf" srcId="{940C0B27-5717-4224-B58D-430E6A57057A}" destId="{DD2210EE-01FD-4ADD-B575-97BDC6074C6F}" srcOrd="2" destOrd="0" presId="urn:microsoft.com/office/officeart/2018/2/layout/IconLabelList"/>
    <dgm:cxn modelId="{CA85F0E2-3A49-406C-B501-40E9F8C1AC33}" type="presParOf" srcId="{9E1194F5-B1F2-4B07-A871-28010B864105}" destId="{877E60C3-3C20-48BE-8C94-F6760DD3E63C}" srcOrd="3" destOrd="0" presId="urn:microsoft.com/office/officeart/2018/2/layout/IconLabelList"/>
    <dgm:cxn modelId="{BB82E6C3-692B-42CD-9AEA-412B3D5DBEAA}" type="presParOf" srcId="{9E1194F5-B1F2-4B07-A871-28010B864105}" destId="{D1039CE0-BB50-41DC-8F34-5CC494D101AB}" srcOrd="4" destOrd="0" presId="urn:microsoft.com/office/officeart/2018/2/layout/IconLabelList"/>
    <dgm:cxn modelId="{913A36F9-D9F2-4576-B9BF-7B108CB2ABA9}" type="presParOf" srcId="{D1039CE0-BB50-41DC-8F34-5CC494D101AB}" destId="{B97D04BF-FD63-4949-9EFB-D675A13A4DB8}" srcOrd="0" destOrd="0" presId="urn:microsoft.com/office/officeart/2018/2/layout/IconLabelList"/>
    <dgm:cxn modelId="{E22D221E-725C-40E8-A8C9-A72D83B27D0C}" type="presParOf" srcId="{D1039CE0-BB50-41DC-8F34-5CC494D101AB}" destId="{20CBCF1E-28E4-4236-95CE-5659667831E3}" srcOrd="1" destOrd="0" presId="urn:microsoft.com/office/officeart/2018/2/layout/IconLabelList"/>
    <dgm:cxn modelId="{B0BA3BE0-956A-483C-BEC2-AF096EEB6692}" type="presParOf" srcId="{D1039CE0-BB50-41DC-8F34-5CC494D101AB}" destId="{E8B87F51-EF6A-448E-B8AE-1FD5C560A3B5}" srcOrd="2" destOrd="0" presId="urn:microsoft.com/office/officeart/2018/2/layout/IconLabelList"/>
    <dgm:cxn modelId="{2D960DED-060D-4D65-86DB-08FA1D90D96A}" type="presParOf" srcId="{9E1194F5-B1F2-4B07-A871-28010B864105}" destId="{A980636A-1EE9-4FB0-82A3-30EE98FB45B2}" srcOrd="5" destOrd="0" presId="urn:microsoft.com/office/officeart/2018/2/layout/IconLabelList"/>
    <dgm:cxn modelId="{98D00C7A-96A5-41F2-B052-5540B4DD8E6E}" type="presParOf" srcId="{9E1194F5-B1F2-4B07-A871-28010B864105}" destId="{DBDBDACE-14BE-4C88-B559-03E0A1183E10}" srcOrd="6" destOrd="0" presId="urn:microsoft.com/office/officeart/2018/2/layout/IconLabelList"/>
    <dgm:cxn modelId="{54F80548-087D-43D3-A8F8-3F6D70480547}" type="presParOf" srcId="{DBDBDACE-14BE-4C88-B559-03E0A1183E10}" destId="{F226EFA3-6C55-4AB5-97AE-E6A10E266B3F}" srcOrd="0" destOrd="0" presId="urn:microsoft.com/office/officeart/2018/2/layout/IconLabelList"/>
    <dgm:cxn modelId="{38C525DF-E11E-4FD2-82D5-58A9391430D8}" type="presParOf" srcId="{DBDBDACE-14BE-4C88-B559-03E0A1183E10}" destId="{9CCBF4AE-6AFF-48CD-B304-A876F4B23B36}" srcOrd="1" destOrd="0" presId="urn:microsoft.com/office/officeart/2018/2/layout/IconLabelList"/>
    <dgm:cxn modelId="{800F752A-7D1C-46C9-AA08-79170AB8F281}" type="presParOf" srcId="{DBDBDACE-14BE-4C88-B559-03E0A1183E10}" destId="{7A4CCA31-9779-47C6-BC24-86929CA5E60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F4A58-364E-4173-B29A-71B71CAE2B46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C9B0E-EA17-407E-B18B-9498E626B4A9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4FCF3-188D-4CD9-8D97-91B2B003F979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Manually checking repository details is time-consuming.</a:t>
          </a:r>
        </a:p>
      </dsp:txBody>
      <dsp:txXfrm>
        <a:off x="182935" y="3176402"/>
        <a:ext cx="3600000" cy="720000"/>
      </dsp:txXfrm>
    </dsp:sp>
    <dsp:sp modelId="{EBF8B9A5-CCDC-4767-BF85-C52B39BC1D52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67A907-524C-49D2-BD89-5E05BA5005AE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C9C93-39D9-4D75-8114-11C7707F9427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Need automated analysis.</a:t>
          </a:r>
        </a:p>
      </dsp:txBody>
      <dsp:txXfrm>
        <a:off x="4412935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625DAE-4E7C-477C-8034-62FCE5D0A29D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A05B5-E81C-4D1A-9DE4-8F5D7B0B3B4B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C84A5-C1C5-4551-BF45-C79D19F8E895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• Analyze public GitHub repositories.</a:t>
          </a:r>
        </a:p>
      </dsp:txBody>
      <dsp:txXfrm>
        <a:off x="182935" y="3176402"/>
        <a:ext cx="3600000" cy="720000"/>
      </dsp:txXfrm>
    </dsp:sp>
    <dsp:sp modelId="{EC691EC5-04EB-4406-AA6F-A4D1AA518CF1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4AC38-6833-4F4E-A3C2-806DDE012740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E90D7-7F01-40A4-8D59-A50AB0A319A9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• Return key repository information via webhook.</a:t>
          </a:r>
        </a:p>
      </dsp:txBody>
      <dsp:txXfrm>
        <a:off x="4412935" y="3176402"/>
        <a:ext cx="36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73FAA-A902-47FF-994E-B653ADC3E943}">
      <dsp:nvSpPr>
        <dsp:cNvPr id="0" name=""/>
        <dsp:cNvSpPr/>
      </dsp:nvSpPr>
      <dsp:spPr>
        <a:xfrm>
          <a:off x="2622678" y="1621"/>
          <a:ext cx="2950513" cy="708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n8n</a:t>
          </a:r>
        </a:p>
      </dsp:txBody>
      <dsp:txXfrm>
        <a:off x="2657283" y="36226"/>
        <a:ext cx="2881303" cy="639667"/>
      </dsp:txXfrm>
    </dsp:sp>
    <dsp:sp modelId="{3545DCAA-5674-496E-93B9-65DC7DA263D7}">
      <dsp:nvSpPr>
        <dsp:cNvPr id="0" name=""/>
        <dsp:cNvSpPr/>
      </dsp:nvSpPr>
      <dsp:spPr>
        <a:xfrm>
          <a:off x="2622678" y="745942"/>
          <a:ext cx="2950513" cy="708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GitHub REST API</a:t>
          </a:r>
        </a:p>
      </dsp:txBody>
      <dsp:txXfrm>
        <a:off x="2657283" y="780547"/>
        <a:ext cx="2881303" cy="639667"/>
      </dsp:txXfrm>
    </dsp:sp>
    <dsp:sp modelId="{012A5485-A4BB-4519-8662-F55D1346474C}">
      <dsp:nvSpPr>
        <dsp:cNvPr id="0" name=""/>
        <dsp:cNvSpPr/>
      </dsp:nvSpPr>
      <dsp:spPr>
        <a:xfrm>
          <a:off x="2622678" y="1490263"/>
          <a:ext cx="2950513" cy="708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JavaScript</a:t>
          </a:r>
        </a:p>
      </dsp:txBody>
      <dsp:txXfrm>
        <a:off x="2657283" y="1524868"/>
        <a:ext cx="2881303" cy="639667"/>
      </dsp:txXfrm>
    </dsp:sp>
    <dsp:sp modelId="{DACE1E5A-9BBE-4A79-BE13-0DBB99836795}">
      <dsp:nvSpPr>
        <dsp:cNvPr id="0" name=""/>
        <dsp:cNvSpPr/>
      </dsp:nvSpPr>
      <dsp:spPr>
        <a:xfrm>
          <a:off x="2622678" y="2234585"/>
          <a:ext cx="2950513" cy="708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HTTP Request</a:t>
          </a:r>
        </a:p>
      </dsp:txBody>
      <dsp:txXfrm>
        <a:off x="2657283" y="2269190"/>
        <a:ext cx="2881303" cy="639667"/>
      </dsp:txXfrm>
    </dsp:sp>
    <dsp:sp modelId="{5949508F-AAD8-447D-8D56-81EFF55DEA97}">
      <dsp:nvSpPr>
        <dsp:cNvPr id="0" name=""/>
        <dsp:cNvSpPr/>
      </dsp:nvSpPr>
      <dsp:spPr>
        <a:xfrm>
          <a:off x="2622678" y="2978906"/>
          <a:ext cx="2950513" cy="708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Webhook</a:t>
          </a:r>
        </a:p>
      </dsp:txBody>
      <dsp:txXfrm>
        <a:off x="2657283" y="3013511"/>
        <a:ext cx="2881303" cy="6396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D42D7-34CC-47C7-9928-1EE024A4BD03}">
      <dsp:nvSpPr>
        <dsp:cNvPr id="0" name=""/>
        <dsp:cNvSpPr/>
      </dsp:nvSpPr>
      <dsp:spPr>
        <a:xfrm>
          <a:off x="1024483" y="1030520"/>
          <a:ext cx="819587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125F-EB94-4012-9EFA-5FC1DB5B039C}">
      <dsp:nvSpPr>
        <dsp:cNvPr id="0" name=""/>
        <dsp:cNvSpPr/>
      </dsp:nvSpPr>
      <dsp:spPr>
        <a:xfrm>
          <a:off x="1893246" y="961711"/>
          <a:ext cx="94252" cy="17692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CAC57-5330-4DE4-9C1C-6C12637E96BE}">
      <dsp:nvSpPr>
        <dsp:cNvPr id="0" name=""/>
        <dsp:cNvSpPr/>
      </dsp:nvSpPr>
      <dsp:spPr>
        <a:xfrm>
          <a:off x="513033" y="621554"/>
          <a:ext cx="818003" cy="8180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3" tIns="31743" rIns="31743" bIns="31743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1</a:t>
          </a:r>
        </a:p>
      </dsp:txBody>
      <dsp:txXfrm>
        <a:off x="632827" y="741348"/>
        <a:ext cx="578415" cy="578415"/>
      </dsp:txXfrm>
    </dsp:sp>
    <dsp:sp modelId="{873E8AF3-03E9-4240-A542-A6A6A027BC96}">
      <dsp:nvSpPr>
        <dsp:cNvPr id="0" name=""/>
        <dsp:cNvSpPr/>
      </dsp:nvSpPr>
      <dsp:spPr>
        <a:xfrm>
          <a:off x="0" y="1605059"/>
          <a:ext cx="18440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462" tIns="165100" rIns="14546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Receive GitHub URL</a:t>
          </a:r>
        </a:p>
      </dsp:txBody>
      <dsp:txXfrm>
        <a:off x="0" y="1973873"/>
        <a:ext cx="1844070" cy="1596786"/>
      </dsp:txXfrm>
    </dsp:sp>
    <dsp:sp modelId="{07C7EC6D-9B70-4F52-8A4E-936BAA7696D8}">
      <dsp:nvSpPr>
        <dsp:cNvPr id="0" name=""/>
        <dsp:cNvSpPr/>
      </dsp:nvSpPr>
      <dsp:spPr>
        <a:xfrm>
          <a:off x="2048967" y="1030766"/>
          <a:ext cx="1844070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F0780-A98F-4252-8B90-7F6C6EB6D66A}">
      <dsp:nvSpPr>
        <dsp:cNvPr id="0" name=""/>
        <dsp:cNvSpPr/>
      </dsp:nvSpPr>
      <dsp:spPr>
        <a:xfrm>
          <a:off x="3942213" y="961915"/>
          <a:ext cx="94252" cy="177137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5690DA-4BD3-496C-BC54-18D64BA553B3}">
      <dsp:nvSpPr>
        <dsp:cNvPr id="0" name=""/>
        <dsp:cNvSpPr/>
      </dsp:nvSpPr>
      <dsp:spPr>
        <a:xfrm>
          <a:off x="2562001" y="621800"/>
          <a:ext cx="818003" cy="8180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3" tIns="31743" rIns="31743" bIns="31743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2</a:t>
          </a:r>
        </a:p>
      </dsp:txBody>
      <dsp:txXfrm>
        <a:off x="2681795" y="741594"/>
        <a:ext cx="578415" cy="578415"/>
      </dsp:txXfrm>
    </dsp:sp>
    <dsp:sp modelId="{3E110756-30D3-4442-AC2A-307D55163ECB}">
      <dsp:nvSpPr>
        <dsp:cNvPr id="0" name=""/>
        <dsp:cNvSpPr/>
      </dsp:nvSpPr>
      <dsp:spPr>
        <a:xfrm>
          <a:off x="2048967" y="1605650"/>
          <a:ext cx="18440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462" tIns="165100" rIns="14546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Extract owner/repo</a:t>
          </a:r>
        </a:p>
      </dsp:txBody>
      <dsp:txXfrm>
        <a:off x="2048967" y="1974464"/>
        <a:ext cx="1844070" cy="1596786"/>
      </dsp:txXfrm>
    </dsp:sp>
    <dsp:sp modelId="{A7CB876F-574B-4966-B364-1ACA28677F0C}">
      <dsp:nvSpPr>
        <dsp:cNvPr id="0" name=""/>
        <dsp:cNvSpPr/>
      </dsp:nvSpPr>
      <dsp:spPr>
        <a:xfrm>
          <a:off x="4097935" y="1030766"/>
          <a:ext cx="1844070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C4B1F-DF18-46FB-B31C-8837D2E269B1}">
      <dsp:nvSpPr>
        <dsp:cNvPr id="0" name=""/>
        <dsp:cNvSpPr/>
      </dsp:nvSpPr>
      <dsp:spPr>
        <a:xfrm>
          <a:off x="5991181" y="961915"/>
          <a:ext cx="94252" cy="177137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51029-90BD-4B3D-AB64-D27FB134335A}">
      <dsp:nvSpPr>
        <dsp:cNvPr id="0" name=""/>
        <dsp:cNvSpPr/>
      </dsp:nvSpPr>
      <dsp:spPr>
        <a:xfrm>
          <a:off x="4610969" y="621800"/>
          <a:ext cx="818003" cy="8180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3" tIns="31743" rIns="31743" bIns="31743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3</a:t>
          </a:r>
        </a:p>
      </dsp:txBody>
      <dsp:txXfrm>
        <a:off x="4730763" y="741594"/>
        <a:ext cx="578415" cy="578415"/>
      </dsp:txXfrm>
    </dsp:sp>
    <dsp:sp modelId="{31070D11-50CF-47AE-8217-34A185BC6A96}">
      <dsp:nvSpPr>
        <dsp:cNvPr id="0" name=""/>
        <dsp:cNvSpPr/>
      </dsp:nvSpPr>
      <dsp:spPr>
        <a:xfrm>
          <a:off x="4097935" y="1605650"/>
          <a:ext cx="18440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462" tIns="165100" rIns="14546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Call GitHub API</a:t>
          </a:r>
        </a:p>
      </dsp:txBody>
      <dsp:txXfrm>
        <a:off x="4097935" y="1974464"/>
        <a:ext cx="1844070" cy="1596786"/>
      </dsp:txXfrm>
    </dsp:sp>
    <dsp:sp modelId="{BB8AF174-DB18-40B4-9F1D-BE37568369F5}">
      <dsp:nvSpPr>
        <dsp:cNvPr id="0" name=""/>
        <dsp:cNvSpPr/>
      </dsp:nvSpPr>
      <dsp:spPr>
        <a:xfrm>
          <a:off x="6146903" y="1030766"/>
          <a:ext cx="92203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80C1F-5B89-4CED-B59A-67D3AD893C64}">
      <dsp:nvSpPr>
        <dsp:cNvPr id="0" name=""/>
        <dsp:cNvSpPr/>
      </dsp:nvSpPr>
      <dsp:spPr>
        <a:xfrm>
          <a:off x="6659936" y="621800"/>
          <a:ext cx="818003" cy="8180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43" tIns="31743" rIns="31743" bIns="31743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4</a:t>
          </a:r>
        </a:p>
      </dsp:txBody>
      <dsp:txXfrm>
        <a:off x="6779730" y="741594"/>
        <a:ext cx="578415" cy="578415"/>
      </dsp:txXfrm>
    </dsp:sp>
    <dsp:sp modelId="{EC5273CA-10AD-46C4-9812-854125604A57}">
      <dsp:nvSpPr>
        <dsp:cNvPr id="0" name=""/>
        <dsp:cNvSpPr/>
      </dsp:nvSpPr>
      <dsp:spPr>
        <a:xfrm>
          <a:off x="6146903" y="1605650"/>
          <a:ext cx="184407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462" tIns="165100" rIns="14546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Format output</a:t>
          </a:r>
        </a:p>
      </dsp:txBody>
      <dsp:txXfrm>
        <a:off x="6146903" y="1974464"/>
        <a:ext cx="1844070" cy="15967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1F832-FDF0-4C84-90A5-FC037074568F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ED2D5-4642-4BE1-B728-1E6D5B7200AA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F2650-6778-470E-B339-ABA19164F636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GET https://api.github.com/repos/{owner}/{repo}</a:t>
          </a:r>
        </a:p>
      </dsp:txBody>
      <dsp:txXfrm>
        <a:off x="182935" y="3176402"/>
        <a:ext cx="3600000" cy="720000"/>
      </dsp:txXfrm>
    </dsp:sp>
    <dsp:sp modelId="{E7221F5C-43CE-4B76-91FE-47767D74FC47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46905-ED28-4385-9C76-4F8287263F1A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5FAD9-5727-4C50-8377-B4B2BA10A061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Returns repository metadata.</a:t>
          </a:r>
        </a:p>
      </dsp:txBody>
      <dsp:txXfrm>
        <a:off x="4412935" y="3176402"/>
        <a:ext cx="36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59ADA-0F0A-46A8-97DB-6C2052EC6179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52211-1E26-4DCD-99B7-C7EC6C3BB702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Input:                                                     </a:t>
          </a:r>
          <a:r>
            <a:rPr lang="en-US" sz="1800" kern="1200" dirty="0"/>
            <a:t>{url: https://github.com/n8n- io/n8n}</a:t>
          </a:r>
        </a:p>
      </dsp:txBody>
      <dsp:txXfrm>
        <a:off x="85060" y="2776702"/>
        <a:ext cx="3690000" cy="720000"/>
      </dsp:txXfrm>
    </dsp:sp>
    <dsp:sp modelId="{6D6E4E5A-267E-4DC5-B2FB-C60118C9DC1F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6EF48-C0D1-410E-8986-4EBDC2D4E36F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Output:                          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Repository, Stars, Forks, Issues, Branch</a:t>
          </a:r>
        </a:p>
      </dsp:txBody>
      <dsp:txXfrm>
        <a:off x="4420810" y="2776702"/>
        <a:ext cx="369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B6388-D70D-4672-9F69-7140C98C179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F19B2-8505-43F6-A4F7-2BDCEEC33040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424B2-0DF0-4E4E-910F-E2E91D29DF53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 Fast</a:t>
          </a:r>
        </a:p>
      </dsp:txBody>
      <dsp:txXfrm>
        <a:off x="25435" y="2456402"/>
        <a:ext cx="1800000" cy="720000"/>
      </dsp:txXfrm>
    </dsp:sp>
    <dsp:sp modelId="{8E55B61D-9E65-45A9-A2FB-3BBB26D77DE1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EF586-8264-4757-A174-AE22CFEB7F3A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EE78C-8A75-48B4-9C04-4116C3F0EF2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 Automated</a:t>
          </a:r>
        </a:p>
      </dsp:txBody>
      <dsp:txXfrm>
        <a:off x="2140435" y="2456402"/>
        <a:ext cx="1800000" cy="720000"/>
      </dsp:txXfrm>
    </dsp:sp>
    <dsp:sp modelId="{B0851F18-53B5-41C4-852C-EB25C5EF566F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732F9A-DDE4-4225-819D-F62E963AFC78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BA7DC-60B9-4993-A47E-23AE8877E45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 Simple</a:t>
          </a:r>
        </a:p>
      </dsp:txBody>
      <dsp:txXfrm>
        <a:off x="4255435" y="2456402"/>
        <a:ext cx="1800000" cy="720000"/>
      </dsp:txXfrm>
    </dsp:sp>
    <dsp:sp modelId="{76E63CED-2E22-4A9B-82BC-1C9AEEA9D6A3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29A784-4388-46B5-B8D0-8611E2DD96EE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3A90A-5EC7-41BA-AF4B-F6E50049926E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Reusable</a:t>
          </a:r>
        </a:p>
      </dsp:txBody>
      <dsp:txXfrm>
        <a:off x="6370435" y="245640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3A1D0-1ED1-4C64-818F-B552EB0B5AA1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2A892-E1E2-4E36-9B92-BB703E51F016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537B9-C7F4-4C00-868A-D17D049B0DA3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Public repositories only</a:t>
          </a:r>
        </a:p>
      </dsp:txBody>
      <dsp:txXfrm>
        <a:off x="182935" y="3176402"/>
        <a:ext cx="3600000" cy="720000"/>
      </dsp:txXfrm>
    </dsp:sp>
    <dsp:sp modelId="{DAE36C89-32C8-48D5-9126-EE32AF70BD98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BA532-BF7C-40AA-B25B-D137BE2CCBB9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F4983-CBBB-4C0E-8E43-211E0AABF90C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API rate limits</a:t>
          </a:r>
        </a:p>
      </dsp:txBody>
      <dsp:txXfrm>
        <a:off x="4412935" y="3176402"/>
        <a:ext cx="36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30E98-3E94-4B98-BF3C-3E83C573DE12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9D5FA-ACE6-4666-A3F0-91EE3AD6ADC6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AI summary</a:t>
          </a:r>
        </a:p>
      </dsp:txBody>
      <dsp:txXfrm>
        <a:off x="25435" y="2276522"/>
        <a:ext cx="1800000" cy="720000"/>
      </dsp:txXfrm>
    </dsp:sp>
    <dsp:sp modelId="{3AEA32AF-332C-4150-B367-5C5D1AFEBCD1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210EE-01FD-4ADD-B575-97BDC6074C6F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Commit analysis</a:t>
          </a:r>
        </a:p>
      </dsp:txBody>
      <dsp:txXfrm>
        <a:off x="2140435" y="2276522"/>
        <a:ext cx="1800000" cy="720000"/>
      </dsp:txXfrm>
    </dsp:sp>
    <dsp:sp modelId="{B97D04BF-FD63-4949-9EFB-D675A13A4DB8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87F51-EF6A-448E-B8AE-1FD5C560A3B5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Contributor insights</a:t>
          </a:r>
        </a:p>
      </dsp:txBody>
      <dsp:txXfrm>
        <a:off x="4255435" y="2276522"/>
        <a:ext cx="1800000" cy="720000"/>
      </dsp:txXfrm>
    </dsp:sp>
    <dsp:sp modelId="{F226EFA3-6C55-4AB5-97AE-E6A10E266B3F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CCA31-9779-47C6-BC24-86929CA5E601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PDF report</a:t>
          </a:r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82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3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33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4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0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2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94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6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22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80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200">
                <a:solidFill>
                  <a:srgbClr val="FFFFFF"/>
                </a:solidFill>
              </a:rPr>
              <a:t>AI GitHub Repository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IN" dirty="0"/>
              <a:t>Mini Project Presentation(VAC)</a:t>
            </a:r>
          </a:p>
          <a:p>
            <a:pPr algn="l"/>
            <a:r>
              <a:rPr lang="en-IN" dirty="0"/>
              <a:t>Vidhi Kore</a:t>
            </a:r>
          </a:p>
          <a:p>
            <a:pPr algn="l"/>
            <a:r>
              <a:rPr lang="en-IN" dirty="0"/>
              <a:t>CD24061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05864D-F73E-55B9-4364-300235774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4465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F4E867-FDB6-42E1-6B31-DD0F6BD9E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79757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Technology Stack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684E7FB-C40F-4A25-EDAD-7F5DE90CD1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46048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IN" sz="3200" dirty="0"/>
              <a:t>Webhook → Code (JS) → HTTP Request → Edit Fields → Respond to Webhook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Implementation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5273C8-439B-3705-7F38-EAABC4305C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7679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API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E63F91-03E8-B70E-9F08-DB8279620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946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Demo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42EB8E-C58F-F173-6415-5DA1C28AF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01040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Advantages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DC11F8-70B5-8053-2120-4126B46497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6661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CEC595-4C76-6CDC-BA55-B15D99409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602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6C0595-BDA4-F2F0-8077-5F0EC60AC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49650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  <a:defRPr sz="2200"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Successfully built an n8n workflow that analyzes GitHub repositories automatically.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</TotalTime>
  <Words>192</Words>
  <Application>Microsoft Office PowerPoint</Application>
  <PresentationFormat>On-screen Show (4:3)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2013 - 2022 Theme</vt:lpstr>
      <vt:lpstr>AI GitHub Repository Analyzer</vt:lpstr>
      <vt:lpstr>Problem Statement</vt:lpstr>
      <vt:lpstr>Objective</vt:lpstr>
      <vt:lpstr>Technology Stack</vt:lpstr>
      <vt:lpstr>Workflow</vt:lpstr>
      <vt:lpstr>Implementation</vt:lpstr>
      <vt:lpstr>API Used</vt:lpstr>
      <vt:lpstr>Demo</vt:lpstr>
      <vt:lpstr>Advantages</vt:lpstr>
      <vt:lpstr>Limitations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vidhi</dc:creator>
  <cp:keywords/>
  <dc:description>generated using python-pptx</dc:description>
  <cp:lastModifiedBy>vidhikore073@gmail.com</cp:lastModifiedBy>
  <cp:revision>2</cp:revision>
  <dcterms:created xsi:type="dcterms:W3CDTF">2013-01-27T09:14:16Z</dcterms:created>
  <dcterms:modified xsi:type="dcterms:W3CDTF">2026-07-10T13:53:34Z</dcterms:modified>
  <cp:category/>
</cp:coreProperties>
</file>